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 varScale="1">
        <p:scale>
          <a:sx n="93" d="100"/>
          <a:sy n="93" d="100"/>
        </p:scale>
        <p:origin x="96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image" Target="../media/image11.svg"/><Relationship Id="rId16" Type="http://schemas.openxmlformats.org/officeDocument/2006/relationships/image" Target="../media/image25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Relationship Id="rId14" Type="http://schemas.openxmlformats.org/officeDocument/2006/relationships/image" Target="../media/image23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image" Target="../media/image11.svg"/><Relationship Id="rId16" Type="http://schemas.openxmlformats.org/officeDocument/2006/relationships/image" Target="../media/image25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Relationship Id="rId14" Type="http://schemas.openxmlformats.org/officeDocument/2006/relationships/image" Target="../media/image23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9885CB-058F-4421-B23B-200A46D10796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64FBDD9-ABE6-478D-8763-72B5BA5A2988}">
      <dgm:prSet/>
      <dgm:spPr/>
      <dgm:t>
        <a:bodyPr/>
        <a:lstStyle/>
        <a:p>
          <a:r>
            <a:rPr lang="en-US"/>
            <a:t>Traditional full stack development = time-consuming + repetitive</a:t>
          </a:r>
        </a:p>
      </dgm:t>
    </dgm:pt>
    <dgm:pt modelId="{D1184214-F773-4ADE-9DA0-58D829070AC4}" type="parTrans" cxnId="{6C7DEC55-B6F6-4202-A82C-F3FA205711E6}">
      <dgm:prSet/>
      <dgm:spPr/>
      <dgm:t>
        <a:bodyPr/>
        <a:lstStyle/>
        <a:p>
          <a:endParaRPr lang="en-US"/>
        </a:p>
      </dgm:t>
    </dgm:pt>
    <dgm:pt modelId="{E13D45C6-9E90-4B3C-8AEC-02FDEEBCC48F}" type="sibTrans" cxnId="{6C7DEC55-B6F6-4202-A82C-F3FA205711E6}">
      <dgm:prSet/>
      <dgm:spPr/>
      <dgm:t>
        <a:bodyPr/>
        <a:lstStyle/>
        <a:p>
          <a:endParaRPr lang="en-US"/>
        </a:p>
      </dgm:t>
    </dgm:pt>
    <dgm:pt modelId="{BE8F9761-12D5-4EE7-BECF-2EA9E3C20496}">
      <dgm:prSet/>
      <dgm:spPr/>
      <dgm:t>
        <a:bodyPr/>
        <a:lstStyle/>
        <a:p>
          <a:r>
            <a:rPr lang="en-US"/>
            <a:t>AI introduces: automation, intelligence, personalization</a:t>
          </a:r>
        </a:p>
      </dgm:t>
    </dgm:pt>
    <dgm:pt modelId="{AE536075-D395-4439-82F0-C298DC8B4107}" type="parTrans" cxnId="{EEE08964-D172-40EA-8E49-096411FCFCB3}">
      <dgm:prSet/>
      <dgm:spPr/>
      <dgm:t>
        <a:bodyPr/>
        <a:lstStyle/>
        <a:p>
          <a:endParaRPr lang="en-US"/>
        </a:p>
      </dgm:t>
    </dgm:pt>
    <dgm:pt modelId="{42B9FE45-377A-4A6B-AA9D-426155881A42}" type="sibTrans" cxnId="{EEE08964-D172-40EA-8E49-096411FCFCB3}">
      <dgm:prSet/>
      <dgm:spPr/>
      <dgm:t>
        <a:bodyPr/>
        <a:lstStyle/>
        <a:p>
          <a:endParaRPr lang="en-US"/>
        </a:p>
      </dgm:t>
    </dgm:pt>
    <dgm:pt modelId="{573F9EA8-DE19-421A-889A-90A5CBB5EEC6}">
      <dgm:prSet/>
      <dgm:spPr/>
      <dgm:t>
        <a:bodyPr/>
        <a:lstStyle/>
        <a:p>
          <a:r>
            <a:rPr lang="en-US"/>
            <a:t>"Traditional web development involves a lot of manual steps. But with AI, we can now automate coding, testing, deployment, monitoring, and more."</a:t>
          </a:r>
        </a:p>
      </dgm:t>
    </dgm:pt>
    <dgm:pt modelId="{A3576C70-86EA-4897-BA9B-D8526285F5D5}" type="parTrans" cxnId="{2316301F-C08F-459C-8821-43C5934936A2}">
      <dgm:prSet/>
      <dgm:spPr/>
      <dgm:t>
        <a:bodyPr/>
        <a:lstStyle/>
        <a:p>
          <a:endParaRPr lang="en-US"/>
        </a:p>
      </dgm:t>
    </dgm:pt>
    <dgm:pt modelId="{A9563F6F-48E9-450C-ACA3-72E49BC6B4B5}" type="sibTrans" cxnId="{2316301F-C08F-459C-8821-43C5934936A2}">
      <dgm:prSet/>
      <dgm:spPr/>
      <dgm:t>
        <a:bodyPr/>
        <a:lstStyle/>
        <a:p>
          <a:endParaRPr lang="en-US"/>
        </a:p>
      </dgm:t>
    </dgm:pt>
    <dgm:pt modelId="{520B243D-9BF2-45B2-9753-E80267ADF9AA}" type="pres">
      <dgm:prSet presAssocID="{109885CB-058F-4421-B23B-200A46D10796}" presName="linear" presStyleCnt="0">
        <dgm:presLayoutVars>
          <dgm:animLvl val="lvl"/>
          <dgm:resizeHandles val="exact"/>
        </dgm:presLayoutVars>
      </dgm:prSet>
      <dgm:spPr/>
    </dgm:pt>
    <dgm:pt modelId="{5E7B5C6D-53F7-424C-9821-9A03DE712C1A}" type="pres">
      <dgm:prSet presAssocID="{164FBDD9-ABE6-478D-8763-72B5BA5A298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9AE0D0E-B88A-41B5-BBE1-66FC8C1FCB6C}" type="pres">
      <dgm:prSet presAssocID="{E13D45C6-9E90-4B3C-8AEC-02FDEEBCC48F}" presName="spacer" presStyleCnt="0"/>
      <dgm:spPr/>
    </dgm:pt>
    <dgm:pt modelId="{CEE35E9A-869A-4DBC-B7A0-17A40313ED28}" type="pres">
      <dgm:prSet presAssocID="{BE8F9761-12D5-4EE7-BECF-2EA9E3C2049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176D7D9-A7E9-4905-86C9-544E5B354ED6}" type="pres">
      <dgm:prSet presAssocID="{42B9FE45-377A-4A6B-AA9D-426155881A42}" presName="spacer" presStyleCnt="0"/>
      <dgm:spPr/>
    </dgm:pt>
    <dgm:pt modelId="{89A67AF3-C0AB-4063-A3B3-681C0251BF64}" type="pres">
      <dgm:prSet presAssocID="{573F9EA8-DE19-421A-889A-90A5CBB5EEC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316301F-C08F-459C-8821-43C5934936A2}" srcId="{109885CB-058F-4421-B23B-200A46D10796}" destId="{573F9EA8-DE19-421A-889A-90A5CBB5EEC6}" srcOrd="2" destOrd="0" parTransId="{A3576C70-86EA-4897-BA9B-D8526285F5D5}" sibTransId="{A9563F6F-48E9-450C-ACA3-72E49BC6B4B5}"/>
    <dgm:cxn modelId="{EEE08964-D172-40EA-8E49-096411FCFCB3}" srcId="{109885CB-058F-4421-B23B-200A46D10796}" destId="{BE8F9761-12D5-4EE7-BECF-2EA9E3C20496}" srcOrd="1" destOrd="0" parTransId="{AE536075-D395-4439-82F0-C298DC8B4107}" sibTransId="{42B9FE45-377A-4A6B-AA9D-426155881A42}"/>
    <dgm:cxn modelId="{9994DE65-00FE-43F3-9A9B-1F48D5027EFD}" type="presOf" srcId="{109885CB-058F-4421-B23B-200A46D10796}" destId="{520B243D-9BF2-45B2-9753-E80267ADF9AA}" srcOrd="0" destOrd="0" presId="urn:microsoft.com/office/officeart/2005/8/layout/vList2"/>
    <dgm:cxn modelId="{71F97C53-0E84-4F9A-A102-17F82BEFAEF7}" type="presOf" srcId="{BE8F9761-12D5-4EE7-BECF-2EA9E3C20496}" destId="{CEE35E9A-869A-4DBC-B7A0-17A40313ED28}" srcOrd="0" destOrd="0" presId="urn:microsoft.com/office/officeart/2005/8/layout/vList2"/>
    <dgm:cxn modelId="{6C7DEC55-B6F6-4202-A82C-F3FA205711E6}" srcId="{109885CB-058F-4421-B23B-200A46D10796}" destId="{164FBDD9-ABE6-478D-8763-72B5BA5A2988}" srcOrd="0" destOrd="0" parTransId="{D1184214-F773-4ADE-9DA0-58D829070AC4}" sibTransId="{E13D45C6-9E90-4B3C-8AEC-02FDEEBCC48F}"/>
    <dgm:cxn modelId="{C2E022D5-076C-450F-9DBF-E3B02C986AB8}" type="presOf" srcId="{573F9EA8-DE19-421A-889A-90A5CBB5EEC6}" destId="{89A67AF3-C0AB-4063-A3B3-681C0251BF64}" srcOrd="0" destOrd="0" presId="urn:microsoft.com/office/officeart/2005/8/layout/vList2"/>
    <dgm:cxn modelId="{735C3DEB-D47D-45FB-A76E-A2B7B8DE52AC}" type="presOf" srcId="{164FBDD9-ABE6-478D-8763-72B5BA5A2988}" destId="{5E7B5C6D-53F7-424C-9821-9A03DE712C1A}" srcOrd="0" destOrd="0" presId="urn:microsoft.com/office/officeart/2005/8/layout/vList2"/>
    <dgm:cxn modelId="{F569527E-8905-495A-8AC6-CA3A0823D086}" type="presParOf" srcId="{520B243D-9BF2-45B2-9753-E80267ADF9AA}" destId="{5E7B5C6D-53F7-424C-9821-9A03DE712C1A}" srcOrd="0" destOrd="0" presId="urn:microsoft.com/office/officeart/2005/8/layout/vList2"/>
    <dgm:cxn modelId="{ACE16C91-76BF-4FE2-901C-88649F30A0A5}" type="presParOf" srcId="{520B243D-9BF2-45B2-9753-E80267ADF9AA}" destId="{99AE0D0E-B88A-41B5-BBE1-66FC8C1FCB6C}" srcOrd="1" destOrd="0" presId="urn:microsoft.com/office/officeart/2005/8/layout/vList2"/>
    <dgm:cxn modelId="{9ED47E42-EDDA-41B8-AAAE-FF71145CAE6F}" type="presParOf" srcId="{520B243D-9BF2-45B2-9753-E80267ADF9AA}" destId="{CEE35E9A-869A-4DBC-B7A0-17A40313ED28}" srcOrd="2" destOrd="0" presId="urn:microsoft.com/office/officeart/2005/8/layout/vList2"/>
    <dgm:cxn modelId="{4035A92B-E201-442F-AF95-75C191793565}" type="presParOf" srcId="{520B243D-9BF2-45B2-9753-E80267ADF9AA}" destId="{8176D7D9-A7E9-4905-86C9-544E5B354ED6}" srcOrd="3" destOrd="0" presId="urn:microsoft.com/office/officeart/2005/8/layout/vList2"/>
    <dgm:cxn modelId="{146EA276-3CF6-47C8-B79C-9C280E66578E}" type="presParOf" srcId="{520B243D-9BF2-45B2-9753-E80267ADF9AA}" destId="{89A67AF3-C0AB-4063-A3B3-681C0251BF6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BD18709-9F6E-4B6C-BDB8-A985CD0CE53A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3622028-25D5-4192-9FDF-EB2C7EF885A2}">
      <dgm:prSet/>
      <dgm:spPr/>
      <dgm:t>
        <a:bodyPr/>
        <a:lstStyle/>
        <a:p>
          <a:r>
            <a:rPr lang="en-US"/>
            <a:t>Manual development slows down the cycle</a:t>
          </a:r>
        </a:p>
      </dgm:t>
    </dgm:pt>
    <dgm:pt modelId="{D2F6E020-024D-4015-AB14-CE43DE5E3A40}" type="parTrans" cxnId="{FDB0489B-2326-42F4-BC2F-B28CFF0AA703}">
      <dgm:prSet/>
      <dgm:spPr/>
      <dgm:t>
        <a:bodyPr/>
        <a:lstStyle/>
        <a:p>
          <a:endParaRPr lang="en-US"/>
        </a:p>
      </dgm:t>
    </dgm:pt>
    <dgm:pt modelId="{0D7B4A01-6AF0-45CE-AF87-99224F53430F}" type="sibTrans" cxnId="{FDB0489B-2326-42F4-BC2F-B28CFF0AA703}">
      <dgm:prSet/>
      <dgm:spPr/>
      <dgm:t>
        <a:bodyPr/>
        <a:lstStyle/>
        <a:p>
          <a:endParaRPr lang="en-US"/>
        </a:p>
      </dgm:t>
    </dgm:pt>
    <dgm:pt modelId="{01737463-3B8F-4E16-9CA3-EA331B68AC4E}">
      <dgm:prSet/>
      <dgm:spPr/>
      <dgm:t>
        <a:bodyPr/>
        <a:lstStyle/>
        <a:p>
          <a:r>
            <a:rPr lang="en-US"/>
            <a:t>Repetitive code writing, manual testing = low productivity</a:t>
          </a:r>
        </a:p>
      </dgm:t>
    </dgm:pt>
    <dgm:pt modelId="{82B2614B-E80A-479F-9643-899429636DFC}" type="parTrans" cxnId="{18F78473-CDC4-4B14-9E3A-EB75A3423165}">
      <dgm:prSet/>
      <dgm:spPr/>
      <dgm:t>
        <a:bodyPr/>
        <a:lstStyle/>
        <a:p>
          <a:endParaRPr lang="en-US"/>
        </a:p>
      </dgm:t>
    </dgm:pt>
    <dgm:pt modelId="{2CE0215B-40BB-44DB-9841-7000AA64F611}" type="sibTrans" cxnId="{18F78473-CDC4-4B14-9E3A-EB75A3423165}">
      <dgm:prSet/>
      <dgm:spPr/>
      <dgm:t>
        <a:bodyPr/>
        <a:lstStyle/>
        <a:p>
          <a:endParaRPr lang="en-US"/>
        </a:p>
      </dgm:t>
    </dgm:pt>
    <dgm:pt modelId="{481537E6-4349-449F-96F7-C74B7233CAE9}">
      <dgm:prSet/>
      <dgm:spPr/>
      <dgm:t>
        <a:bodyPr/>
        <a:lstStyle/>
        <a:p>
          <a:r>
            <a:rPr lang="en-US"/>
            <a:t>"This invention addresses the common issues of time consumption </a:t>
          </a:r>
        </a:p>
      </dgm:t>
    </dgm:pt>
    <dgm:pt modelId="{425F60B7-31A6-4B7B-8AFC-2B985ADBA65F}" type="parTrans" cxnId="{046FC528-FB26-4D0A-8876-E5E9F42B8D66}">
      <dgm:prSet/>
      <dgm:spPr/>
      <dgm:t>
        <a:bodyPr/>
        <a:lstStyle/>
        <a:p>
          <a:endParaRPr lang="en-US"/>
        </a:p>
      </dgm:t>
    </dgm:pt>
    <dgm:pt modelId="{86FCCFCE-3A18-4493-B84E-52FA4FBFA8BB}" type="sibTrans" cxnId="{046FC528-FB26-4D0A-8876-E5E9F42B8D66}">
      <dgm:prSet/>
      <dgm:spPr/>
      <dgm:t>
        <a:bodyPr/>
        <a:lstStyle/>
        <a:p>
          <a:endParaRPr lang="en-US"/>
        </a:p>
      </dgm:t>
    </dgm:pt>
    <dgm:pt modelId="{2D871204-B550-4B5C-9404-CF7B954D5FC5}">
      <dgm:prSet/>
      <dgm:spPr/>
      <dgm:t>
        <a:bodyPr/>
        <a:lstStyle/>
        <a:p>
          <a:r>
            <a:rPr lang="en-US"/>
            <a:t>and  inefficiency in full stack development.”</a:t>
          </a:r>
        </a:p>
      </dgm:t>
    </dgm:pt>
    <dgm:pt modelId="{A0F44BF0-265B-40F7-93FE-16193183F62F}" type="parTrans" cxnId="{23D8C9DB-FBF7-4C9E-9259-A5BE3308CCC8}">
      <dgm:prSet/>
      <dgm:spPr/>
      <dgm:t>
        <a:bodyPr/>
        <a:lstStyle/>
        <a:p>
          <a:endParaRPr lang="en-US"/>
        </a:p>
      </dgm:t>
    </dgm:pt>
    <dgm:pt modelId="{4E7157A9-33E8-444B-AF84-D5E6025C28BE}" type="sibTrans" cxnId="{23D8C9DB-FBF7-4C9E-9259-A5BE3308CCC8}">
      <dgm:prSet/>
      <dgm:spPr/>
      <dgm:t>
        <a:bodyPr/>
        <a:lstStyle/>
        <a:p>
          <a:endParaRPr lang="en-US"/>
        </a:p>
      </dgm:t>
    </dgm:pt>
    <dgm:pt modelId="{F8A7D2BB-8E28-4A7B-8F6A-6CE32E8C9E35}" type="pres">
      <dgm:prSet presAssocID="{7BD18709-9F6E-4B6C-BDB8-A985CD0CE53A}" presName="linear" presStyleCnt="0">
        <dgm:presLayoutVars>
          <dgm:animLvl val="lvl"/>
          <dgm:resizeHandles val="exact"/>
        </dgm:presLayoutVars>
      </dgm:prSet>
      <dgm:spPr/>
    </dgm:pt>
    <dgm:pt modelId="{9BB64792-A9A0-4EDA-BF82-620A8A7C456C}" type="pres">
      <dgm:prSet presAssocID="{13622028-25D5-4192-9FDF-EB2C7EF885A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B420590-EEE6-4A7C-86E3-531F638A6A8F}" type="pres">
      <dgm:prSet presAssocID="{0D7B4A01-6AF0-45CE-AF87-99224F53430F}" presName="spacer" presStyleCnt="0"/>
      <dgm:spPr/>
    </dgm:pt>
    <dgm:pt modelId="{E4A20822-8BE7-4A1D-9B82-7950FD4F396E}" type="pres">
      <dgm:prSet presAssocID="{01737463-3B8F-4E16-9CA3-EA331B68AC4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F6D7910-73C9-4E80-9D59-680D773FF70E}" type="pres">
      <dgm:prSet presAssocID="{2CE0215B-40BB-44DB-9841-7000AA64F611}" presName="spacer" presStyleCnt="0"/>
      <dgm:spPr/>
    </dgm:pt>
    <dgm:pt modelId="{362ECF22-BD22-44B8-9540-FB1B1517C494}" type="pres">
      <dgm:prSet presAssocID="{481537E6-4349-449F-96F7-C74B7233CAE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4B4D7F1-583F-4EF3-BE0F-3B9D7E0AA7A3}" type="pres">
      <dgm:prSet presAssocID="{86FCCFCE-3A18-4493-B84E-52FA4FBFA8BB}" presName="spacer" presStyleCnt="0"/>
      <dgm:spPr/>
    </dgm:pt>
    <dgm:pt modelId="{3ABBD8CD-8F97-42D4-A2B2-C11AA6A3EC4F}" type="pres">
      <dgm:prSet presAssocID="{2D871204-B550-4B5C-9404-CF7B954D5FC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2483A02-55A6-4BD1-8D21-DE75E36ACA4D}" type="presOf" srcId="{13622028-25D5-4192-9FDF-EB2C7EF885A2}" destId="{9BB64792-A9A0-4EDA-BF82-620A8A7C456C}" srcOrd="0" destOrd="0" presId="urn:microsoft.com/office/officeart/2005/8/layout/vList2"/>
    <dgm:cxn modelId="{AA5FD617-62A8-4B4E-98D9-677728E0C7DC}" type="presOf" srcId="{481537E6-4349-449F-96F7-C74B7233CAE9}" destId="{362ECF22-BD22-44B8-9540-FB1B1517C494}" srcOrd="0" destOrd="0" presId="urn:microsoft.com/office/officeart/2005/8/layout/vList2"/>
    <dgm:cxn modelId="{9E39A322-0185-4C8C-9702-CCD6A57AAA73}" type="presOf" srcId="{7BD18709-9F6E-4B6C-BDB8-A985CD0CE53A}" destId="{F8A7D2BB-8E28-4A7B-8F6A-6CE32E8C9E35}" srcOrd="0" destOrd="0" presId="urn:microsoft.com/office/officeart/2005/8/layout/vList2"/>
    <dgm:cxn modelId="{046FC528-FB26-4D0A-8876-E5E9F42B8D66}" srcId="{7BD18709-9F6E-4B6C-BDB8-A985CD0CE53A}" destId="{481537E6-4349-449F-96F7-C74B7233CAE9}" srcOrd="2" destOrd="0" parTransId="{425F60B7-31A6-4B7B-8AFC-2B985ADBA65F}" sibTransId="{86FCCFCE-3A18-4493-B84E-52FA4FBFA8BB}"/>
    <dgm:cxn modelId="{85A44A3F-7B10-4311-A7DA-13A91014CD24}" type="presOf" srcId="{01737463-3B8F-4E16-9CA3-EA331B68AC4E}" destId="{E4A20822-8BE7-4A1D-9B82-7950FD4F396E}" srcOrd="0" destOrd="0" presId="urn:microsoft.com/office/officeart/2005/8/layout/vList2"/>
    <dgm:cxn modelId="{18F78473-CDC4-4B14-9E3A-EB75A3423165}" srcId="{7BD18709-9F6E-4B6C-BDB8-A985CD0CE53A}" destId="{01737463-3B8F-4E16-9CA3-EA331B68AC4E}" srcOrd="1" destOrd="0" parTransId="{82B2614B-E80A-479F-9643-899429636DFC}" sibTransId="{2CE0215B-40BB-44DB-9841-7000AA64F611}"/>
    <dgm:cxn modelId="{FDB0489B-2326-42F4-BC2F-B28CFF0AA703}" srcId="{7BD18709-9F6E-4B6C-BDB8-A985CD0CE53A}" destId="{13622028-25D5-4192-9FDF-EB2C7EF885A2}" srcOrd="0" destOrd="0" parTransId="{D2F6E020-024D-4015-AB14-CE43DE5E3A40}" sibTransId="{0D7B4A01-6AF0-45CE-AF87-99224F53430F}"/>
    <dgm:cxn modelId="{F9049AB5-5929-46AE-829F-BA4069ED2C61}" type="presOf" srcId="{2D871204-B550-4B5C-9404-CF7B954D5FC5}" destId="{3ABBD8CD-8F97-42D4-A2B2-C11AA6A3EC4F}" srcOrd="0" destOrd="0" presId="urn:microsoft.com/office/officeart/2005/8/layout/vList2"/>
    <dgm:cxn modelId="{23D8C9DB-FBF7-4C9E-9259-A5BE3308CCC8}" srcId="{7BD18709-9F6E-4B6C-BDB8-A985CD0CE53A}" destId="{2D871204-B550-4B5C-9404-CF7B954D5FC5}" srcOrd="3" destOrd="0" parTransId="{A0F44BF0-265B-40F7-93FE-16193183F62F}" sibTransId="{4E7157A9-33E8-444B-AF84-D5E6025C28BE}"/>
    <dgm:cxn modelId="{9158E76A-03F0-4443-ADF8-E72E0D7DA218}" type="presParOf" srcId="{F8A7D2BB-8E28-4A7B-8F6A-6CE32E8C9E35}" destId="{9BB64792-A9A0-4EDA-BF82-620A8A7C456C}" srcOrd="0" destOrd="0" presId="urn:microsoft.com/office/officeart/2005/8/layout/vList2"/>
    <dgm:cxn modelId="{5C1F83CC-183D-4B44-936E-8E1053E854C2}" type="presParOf" srcId="{F8A7D2BB-8E28-4A7B-8F6A-6CE32E8C9E35}" destId="{EB420590-EEE6-4A7C-86E3-531F638A6A8F}" srcOrd="1" destOrd="0" presId="urn:microsoft.com/office/officeart/2005/8/layout/vList2"/>
    <dgm:cxn modelId="{059FC148-0D20-4E11-B05C-72D4F9E6638D}" type="presParOf" srcId="{F8A7D2BB-8E28-4A7B-8F6A-6CE32E8C9E35}" destId="{E4A20822-8BE7-4A1D-9B82-7950FD4F396E}" srcOrd="2" destOrd="0" presId="urn:microsoft.com/office/officeart/2005/8/layout/vList2"/>
    <dgm:cxn modelId="{B7D56C5F-E186-465B-84CA-A5E6B201E4CA}" type="presParOf" srcId="{F8A7D2BB-8E28-4A7B-8F6A-6CE32E8C9E35}" destId="{3F6D7910-73C9-4E80-9D59-680D773FF70E}" srcOrd="3" destOrd="0" presId="urn:microsoft.com/office/officeart/2005/8/layout/vList2"/>
    <dgm:cxn modelId="{CB291142-A829-4975-96E0-E795C96263CC}" type="presParOf" srcId="{F8A7D2BB-8E28-4A7B-8F6A-6CE32E8C9E35}" destId="{362ECF22-BD22-44B8-9540-FB1B1517C494}" srcOrd="4" destOrd="0" presId="urn:microsoft.com/office/officeart/2005/8/layout/vList2"/>
    <dgm:cxn modelId="{CBC4FD03-DB99-4CD2-A27E-5E62211F0D17}" type="presParOf" srcId="{F8A7D2BB-8E28-4A7B-8F6A-6CE32E8C9E35}" destId="{64B4D7F1-583F-4EF3-BE0F-3B9D7E0AA7A3}" srcOrd="5" destOrd="0" presId="urn:microsoft.com/office/officeart/2005/8/layout/vList2"/>
    <dgm:cxn modelId="{F204C202-4CA2-4CB8-A6F3-FA856F441952}" type="presParOf" srcId="{F8A7D2BB-8E28-4A7B-8F6A-6CE32E8C9E35}" destId="{3ABBD8CD-8F97-42D4-A2B2-C11AA6A3EC4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CD61A94-4A6D-4647-ADED-7EDD2F003BF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AF171D9-40CF-4EC9-8B4D-D730678910C6}">
      <dgm:prSet/>
      <dgm:spPr/>
      <dgm:t>
        <a:bodyPr/>
        <a:lstStyle/>
        <a:p>
          <a:r>
            <a:rPr lang="en-US"/>
            <a:t>Integrate AI into legacy full stack environments</a:t>
          </a:r>
        </a:p>
      </dgm:t>
    </dgm:pt>
    <dgm:pt modelId="{A7B2A429-E562-415E-BC2F-CB0956BC671B}" type="parTrans" cxnId="{6DBA5717-BD2F-4823-A6A8-73542483EDE2}">
      <dgm:prSet/>
      <dgm:spPr/>
      <dgm:t>
        <a:bodyPr/>
        <a:lstStyle/>
        <a:p>
          <a:endParaRPr lang="en-US"/>
        </a:p>
      </dgm:t>
    </dgm:pt>
    <dgm:pt modelId="{54104884-E71F-4BC9-81A5-398379E1E2A5}" type="sibTrans" cxnId="{6DBA5717-BD2F-4823-A6A8-73542483EDE2}">
      <dgm:prSet/>
      <dgm:spPr/>
      <dgm:t>
        <a:bodyPr/>
        <a:lstStyle/>
        <a:p>
          <a:endParaRPr lang="en-US"/>
        </a:p>
      </dgm:t>
    </dgm:pt>
    <dgm:pt modelId="{7B633F74-E3C0-4B05-BB1F-AA917F375389}">
      <dgm:prSet/>
      <dgm:spPr/>
      <dgm:t>
        <a:bodyPr/>
        <a:lstStyle/>
        <a:p>
          <a:r>
            <a:rPr lang="en-US"/>
            <a:t>Improve scalability, efficiency, and consistency</a:t>
          </a:r>
        </a:p>
      </dgm:t>
    </dgm:pt>
    <dgm:pt modelId="{FD3F47D3-AAE9-4182-9CCE-7697FCA74DFF}" type="parTrans" cxnId="{7F75064F-2AD5-4F40-98CE-3A7DAE175F5A}">
      <dgm:prSet/>
      <dgm:spPr/>
      <dgm:t>
        <a:bodyPr/>
        <a:lstStyle/>
        <a:p>
          <a:endParaRPr lang="en-US"/>
        </a:p>
      </dgm:t>
    </dgm:pt>
    <dgm:pt modelId="{118F140D-39B2-4D6F-BE52-793F6769A54B}" type="sibTrans" cxnId="{7F75064F-2AD5-4F40-98CE-3A7DAE175F5A}">
      <dgm:prSet/>
      <dgm:spPr/>
      <dgm:t>
        <a:bodyPr/>
        <a:lstStyle/>
        <a:p>
          <a:endParaRPr lang="en-US"/>
        </a:p>
      </dgm:t>
    </dgm:pt>
    <dgm:pt modelId="{5803B4E6-A823-4C2C-AA6E-C8E1FBAE0998}">
      <dgm:prSet/>
      <dgm:spPr/>
      <dgm:t>
        <a:bodyPr/>
        <a:lstStyle/>
        <a:p>
          <a:r>
            <a:rPr lang="en-US"/>
            <a:t>Enable real-time monitoring and smart deployment</a:t>
          </a:r>
        </a:p>
      </dgm:t>
    </dgm:pt>
    <dgm:pt modelId="{04DA2D1A-0DEF-43D0-9499-3F27942F722F}" type="parTrans" cxnId="{377B3127-6F50-4E40-ACA6-85597A80D167}">
      <dgm:prSet/>
      <dgm:spPr/>
      <dgm:t>
        <a:bodyPr/>
        <a:lstStyle/>
        <a:p>
          <a:endParaRPr lang="en-US"/>
        </a:p>
      </dgm:t>
    </dgm:pt>
    <dgm:pt modelId="{2DA7B370-83B6-4E78-B36F-71A366CB8874}" type="sibTrans" cxnId="{377B3127-6F50-4E40-ACA6-85597A80D167}">
      <dgm:prSet/>
      <dgm:spPr/>
      <dgm:t>
        <a:bodyPr/>
        <a:lstStyle/>
        <a:p>
          <a:endParaRPr lang="en-US"/>
        </a:p>
      </dgm:t>
    </dgm:pt>
    <dgm:pt modelId="{AE2817D3-0874-4E2B-A928-856A21D05DEC}">
      <dgm:prSet/>
      <dgm:spPr/>
      <dgm:t>
        <a:bodyPr/>
        <a:lstStyle/>
        <a:p>
          <a:r>
            <a:rPr lang="en-US"/>
            <a:t>“Our aim is to modernize the development pipeline using smart tools that enhance both performance and user experience.”</a:t>
          </a:r>
        </a:p>
      </dgm:t>
    </dgm:pt>
    <dgm:pt modelId="{C9F3A79A-DEFD-483A-A019-82287D5491A1}" type="parTrans" cxnId="{B096E77F-A58C-46DF-AB3E-3DBC84F1C0F5}">
      <dgm:prSet/>
      <dgm:spPr/>
      <dgm:t>
        <a:bodyPr/>
        <a:lstStyle/>
        <a:p>
          <a:endParaRPr lang="en-US"/>
        </a:p>
      </dgm:t>
    </dgm:pt>
    <dgm:pt modelId="{3FE9E278-BA05-434D-A824-9B90787585EF}" type="sibTrans" cxnId="{B096E77F-A58C-46DF-AB3E-3DBC84F1C0F5}">
      <dgm:prSet/>
      <dgm:spPr/>
      <dgm:t>
        <a:bodyPr/>
        <a:lstStyle/>
        <a:p>
          <a:endParaRPr lang="en-US"/>
        </a:p>
      </dgm:t>
    </dgm:pt>
    <dgm:pt modelId="{5A1D65DD-A7BC-4DED-AAD2-5DA5D968C9E9}" type="pres">
      <dgm:prSet presAssocID="{ACD61A94-4A6D-4647-ADED-7EDD2F003BF8}" presName="root" presStyleCnt="0">
        <dgm:presLayoutVars>
          <dgm:dir/>
          <dgm:resizeHandles val="exact"/>
        </dgm:presLayoutVars>
      </dgm:prSet>
      <dgm:spPr/>
    </dgm:pt>
    <dgm:pt modelId="{4C4F4E39-ACCE-43C7-B327-455DA8FB9A9C}" type="pres">
      <dgm:prSet presAssocID="{3AF171D9-40CF-4EC9-8B4D-D730678910C6}" presName="compNode" presStyleCnt="0"/>
      <dgm:spPr/>
    </dgm:pt>
    <dgm:pt modelId="{D5629126-8406-4203-8AC3-D81795056CBD}" type="pres">
      <dgm:prSet presAssocID="{3AF171D9-40CF-4EC9-8B4D-D730678910C6}" presName="bgRect" presStyleLbl="bgShp" presStyleIdx="0" presStyleCnt="4"/>
      <dgm:spPr/>
    </dgm:pt>
    <dgm:pt modelId="{92791EB7-2999-4B78-9861-A8E5AD9078E3}" type="pres">
      <dgm:prSet presAssocID="{3AF171D9-40CF-4EC9-8B4D-D730678910C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C9D2950-07F8-43FE-846C-6F3C5958CADA}" type="pres">
      <dgm:prSet presAssocID="{3AF171D9-40CF-4EC9-8B4D-D730678910C6}" presName="spaceRect" presStyleCnt="0"/>
      <dgm:spPr/>
    </dgm:pt>
    <dgm:pt modelId="{4B7C79E7-AD8A-4099-B53A-037DE72B6889}" type="pres">
      <dgm:prSet presAssocID="{3AF171D9-40CF-4EC9-8B4D-D730678910C6}" presName="parTx" presStyleLbl="revTx" presStyleIdx="0" presStyleCnt="4">
        <dgm:presLayoutVars>
          <dgm:chMax val="0"/>
          <dgm:chPref val="0"/>
        </dgm:presLayoutVars>
      </dgm:prSet>
      <dgm:spPr/>
    </dgm:pt>
    <dgm:pt modelId="{FAB621B7-7D82-4CDE-BD2F-1473FB35CF7C}" type="pres">
      <dgm:prSet presAssocID="{54104884-E71F-4BC9-81A5-398379E1E2A5}" presName="sibTrans" presStyleCnt="0"/>
      <dgm:spPr/>
    </dgm:pt>
    <dgm:pt modelId="{A3E8B617-E035-4652-BBCF-52EB65E32791}" type="pres">
      <dgm:prSet presAssocID="{7B633F74-E3C0-4B05-BB1F-AA917F375389}" presName="compNode" presStyleCnt="0"/>
      <dgm:spPr/>
    </dgm:pt>
    <dgm:pt modelId="{EF95E6D7-5E6C-4EE7-ADBF-4EE545209DE8}" type="pres">
      <dgm:prSet presAssocID="{7B633F74-E3C0-4B05-BB1F-AA917F375389}" presName="bgRect" presStyleLbl="bgShp" presStyleIdx="1" presStyleCnt="4"/>
      <dgm:spPr/>
    </dgm:pt>
    <dgm:pt modelId="{F0EB599E-F69C-4EF4-AC08-C9DA24AEB3F3}" type="pres">
      <dgm:prSet presAssocID="{7B633F74-E3C0-4B05-BB1F-AA917F37538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844E4501-E5A1-4A90-AABE-D1A0E43441F6}" type="pres">
      <dgm:prSet presAssocID="{7B633F74-E3C0-4B05-BB1F-AA917F375389}" presName="spaceRect" presStyleCnt="0"/>
      <dgm:spPr/>
    </dgm:pt>
    <dgm:pt modelId="{75CEC809-FF2F-4A75-BB73-45F3AC874232}" type="pres">
      <dgm:prSet presAssocID="{7B633F74-E3C0-4B05-BB1F-AA917F375389}" presName="parTx" presStyleLbl="revTx" presStyleIdx="1" presStyleCnt="4">
        <dgm:presLayoutVars>
          <dgm:chMax val="0"/>
          <dgm:chPref val="0"/>
        </dgm:presLayoutVars>
      </dgm:prSet>
      <dgm:spPr/>
    </dgm:pt>
    <dgm:pt modelId="{39063F48-1650-4B66-A8C8-6FB4C6A4085B}" type="pres">
      <dgm:prSet presAssocID="{118F140D-39B2-4D6F-BE52-793F6769A54B}" presName="sibTrans" presStyleCnt="0"/>
      <dgm:spPr/>
    </dgm:pt>
    <dgm:pt modelId="{4DDB9A7E-7B4C-4F4A-8CF9-0FDF07BF8F6E}" type="pres">
      <dgm:prSet presAssocID="{5803B4E6-A823-4C2C-AA6E-C8E1FBAE0998}" presName="compNode" presStyleCnt="0"/>
      <dgm:spPr/>
    </dgm:pt>
    <dgm:pt modelId="{7E6B7153-5CBC-40B3-91BD-5650F8168EE4}" type="pres">
      <dgm:prSet presAssocID="{5803B4E6-A823-4C2C-AA6E-C8E1FBAE0998}" presName="bgRect" presStyleLbl="bgShp" presStyleIdx="2" presStyleCnt="4"/>
      <dgm:spPr/>
    </dgm:pt>
    <dgm:pt modelId="{23D395DF-36F0-49F3-A641-9EE9509F0956}" type="pres">
      <dgm:prSet presAssocID="{5803B4E6-A823-4C2C-AA6E-C8E1FBAE099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4B4C4276-4058-4518-A59C-9C7B56207EEC}" type="pres">
      <dgm:prSet presAssocID="{5803B4E6-A823-4C2C-AA6E-C8E1FBAE0998}" presName="spaceRect" presStyleCnt="0"/>
      <dgm:spPr/>
    </dgm:pt>
    <dgm:pt modelId="{442886C8-5E70-426B-BB11-24C7E097AFFC}" type="pres">
      <dgm:prSet presAssocID="{5803B4E6-A823-4C2C-AA6E-C8E1FBAE0998}" presName="parTx" presStyleLbl="revTx" presStyleIdx="2" presStyleCnt="4">
        <dgm:presLayoutVars>
          <dgm:chMax val="0"/>
          <dgm:chPref val="0"/>
        </dgm:presLayoutVars>
      </dgm:prSet>
      <dgm:spPr/>
    </dgm:pt>
    <dgm:pt modelId="{23F27398-8A3B-4E7B-83E1-016140132EF7}" type="pres">
      <dgm:prSet presAssocID="{2DA7B370-83B6-4E78-B36F-71A366CB8874}" presName="sibTrans" presStyleCnt="0"/>
      <dgm:spPr/>
    </dgm:pt>
    <dgm:pt modelId="{A7B44D40-1305-43AB-A6FE-8431EB6A53AF}" type="pres">
      <dgm:prSet presAssocID="{AE2817D3-0874-4E2B-A928-856A21D05DEC}" presName="compNode" presStyleCnt="0"/>
      <dgm:spPr/>
    </dgm:pt>
    <dgm:pt modelId="{14F51AEB-35A5-44B2-BE2A-0B1F994CFAE3}" type="pres">
      <dgm:prSet presAssocID="{AE2817D3-0874-4E2B-A928-856A21D05DEC}" presName="bgRect" presStyleLbl="bgShp" presStyleIdx="3" presStyleCnt="4"/>
      <dgm:spPr/>
    </dgm:pt>
    <dgm:pt modelId="{7FA3FBF3-393D-4E91-AA8B-D8F2E1AD7027}" type="pres">
      <dgm:prSet presAssocID="{AE2817D3-0874-4E2B-A928-856A21D05DE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68589C45-B2C7-45BB-9039-9D97CEB04A57}" type="pres">
      <dgm:prSet presAssocID="{AE2817D3-0874-4E2B-A928-856A21D05DEC}" presName="spaceRect" presStyleCnt="0"/>
      <dgm:spPr/>
    </dgm:pt>
    <dgm:pt modelId="{8AFBB4B5-DCDC-4C7E-BA3B-4C59003915A2}" type="pres">
      <dgm:prSet presAssocID="{AE2817D3-0874-4E2B-A928-856A21D05DE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DBA5717-BD2F-4823-A6A8-73542483EDE2}" srcId="{ACD61A94-4A6D-4647-ADED-7EDD2F003BF8}" destId="{3AF171D9-40CF-4EC9-8B4D-D730678910C6}" srcOrd="0" destOrd="0" parTransId="{A7B2A429-E562-415E-BC2F-CB0956BC671B}" sibTransId="{54104884-E71F-4BC9-81A5-398379E1E2A5}"/>
    <dgm:cxn modelId="{377B3127-6F50-4E40-ACA6-85597A80D167}" srcId="{ACD61A94-4A6D-4647-ADED-7EDD2F003BF8}" destId="{5803B4E6-A823-4C2C-AA6E-C8E1FBAE0998}" srcOrd="2" destOrd="0" parTransId="{04DA2D1A-0DEF-43D0-9499-3F27942F722F}" sibTransId="{2DA7B370-83B6-4E78-B36F-71A366CB8874}"/>
    <dgm:cxn modelId="{F94B6147-EEC6-4ECA-A126-B9F8912E95A0}" type="presOf" srcId="{ACD61A94-4A6D-4647-ADED-7EDD2F003BF8}" destId="{5A1D65DD-A7BC-4DED-AAD2-5DA5D968C9E9}" srcOrd="0" destOrd="0" presId="urn:microsoft.com/office/officeart/2018/2/layout/IconVerticalSolidList"/>
    <dgm:cxn modelId="{7F75064F-2AD5-4F40-98CE-3A7DAE175F5A}" srcId="{ACD61A94-4A6D-4647-ADED-7EDD2F003BF8}" destId="{7B633F74-E3C0-4B05-BB1F-AA917F375389}" srcOrd="1" destOrd="0" parTransId="{FD3F47D3-AAE9-4182-9CCE-7697FCA74DFF}" sibTransId="{118F140D-39B2-4D6F-BE52-793F6769A54B}"/>
    <dgm:cxn modelId="{A4C7304F-51BD-4EB9-9D9A-9FB6903A1D0C}" type="presOf" srcId="{AE2817D3-0874-4E2B-A928-856A21D05DEC}" destId="{8AFBB4B5-DCDC-4C7E-BA3B-4C59003915A2}" srcOrd="0" destOrd="0" presId="urn:microsoft.com/office/officeart/2018/2/layout/IconVerticalSolidList"/>
    <dgm:cxn modelId="{28CAC07D-7785-47F9-B9F1-7F3A62EDE382}" type="presOf" srcId="{5803B4E6-A823-4C2C-AA6E-C8E1FBAE0998}" destId="{442886C8-5E70-426B-BB11-24C7E097AFFC}" srcOrd="0" destOrd="0" presId="urn:microsoft.com/office/officeart/2018/2/layout/IconVerticalSolidList"/>
    <dgm:cxn modelId="{B096E77F-A58C-46DF-AB3E-3DBC84F1C0F5}" srcId="{ACD61A94-4A6D-4647-ADED-7EDD2F003BF8}" destId="{AE2817D3-0874-4E2B-A928-856A21D05DEC}" srcOrd="3" destOrd="0" parTransId="{C9F3A79A-DEFD-483A-A019-82287D5491A1}" sibTransId="{3FE9E278-BA05-434D-A824-9B90787585EF}"/>
    <dgm:cxn modelId="{1E058EC6-DC6E-432D-A8DA-0E433E40CF6A}" type="presOf" srcId="{3AF171D9-40CF-4EC9-8B4D-D730678910C6}" destId="{4B7C79E7-AD8A-4099-B53A-037DE72B6889}" srcOrd="0" destOrd="0" presId="urn:microsoft.com/office/officeart/2018/2/layout/IconVerticalSolidList"/>
    <dgm:cxn modelId="{D5B627D0-BFCE-45D2-BDAE-9B893E18A0BF}" type="presOf" srcId="{7B633F74-E3C0-4B05-BB1F-AA917F375389}" destId="{75CEC809-FF2F-4A75-BB73-45F3AC874232}" srcOrd="0" destOrd="0" presId="urn:microsoft.com/office/officeart/2018/2/layout/IconVerticalSolidList"/>
    <dgm:cxn modelId="{5A2804D5-4FDF-4BBE-9E07-09EDBF25E989}" type="presParOf" srcId="{5A1D65DD-A7BC-4DED-AAD2-5DA5D968C9E9}" destId="{4C4F4E39-ACCE-43C7-B327-455DA8FB9A9C}" srcOrd="0" destOrd="0" presId="urn:microsoft.com/office/officeart/2018/2/layout/IconVerticalSolidList"/>
    <dgm:cxn modelId="{51A9BED9-4547-4C5E-81DD-CF17C51662CC}" type="presParOf" srcId="{4C4F4E39-ACCE-43C7-B327-455DA8FB9A9C}" destId="{D5629126-8406-4203-8AC3-D81795056CBD}" srcOrd="0" destOrd="0" presId="urn:microsoft.com/office/officeart/2018/2/layout/IconVerticalSolidList"/>
    <dgm:cxn modelId="{806E5841-4F39-4A13-B492-1BD8DE9A1F1F}" type="presParOf" srcId="{4C4F4E39-ACCE-43C7-B327-455DA8FB9A9C}" destId="{92791EB7-2999-4B78-9861-A8E5AD9078E3}" srcOrd="1" destOrd="0" presId="urn:microsoft.com/office/officeart/2018/2/layout/IconVerticalSolidList"/>
    <dgm:cxn modelId="{45C8DEF5-3C13-445B-BBBD-B561DC3149D8}" type="presParOf" srcId="{4C4F4E39-ACCE-43C7-B327-455DA8FB9A9C}" destId="{CC9D2950-07F8-43FE-846C-6F3C5958CADA}" srcOrd="2" destOrd="0" presId="urn:microsoft.com/office/officeart/2018/2/layout/IconVerticalSolidList"/>
    <dgm:cxn modelId="{99885374-5D56-438B-AB0B-3D235E9CB92E}" type="presParOf" srcId="{4C4F4E39-ACCE-43C7-B327-455DA8FB9A9C}" destId="{4B7C79E7-AD8A-4099-B53A-037DE72B6889}" srcOrd="3" destOrd="0" presId="urn:microsoft.com/office/officeart/2018/2/layout/IconVerticalSolidList"/>
    <dgm:cxn modelId="{68C9E7D5-6C5D-49E7-A9D0-E3F9C5ECB312}" type="presParOf" srcId="{5A1D65DD-A7BC-4DED-AAD2-5DA5D968C9E9}" destId="{FAB621B7-7D82-4CDE-BD2F-1473FB35CF7C}" srcOrd="1" destOrd="0" presId="urn:microsoft.com/office/officeart/2018/2/layout/IconVerticalSolidList"/>
    <dgm:cxn modelId="{37EC8E22-C218-416F-8B10-1534A4BE7448}" type="presParOf" srcId="{5A1D65DD-A7BC-4DED-AAD2-5DA5D968C9E9}" destId="{A3E8B617-E035-4652-BBCF-52EB65E32791}" srcOrd="2" destOrd="0" presId="urn:microsoft.com/office/officeart/2018/2/layout/IconVerticalSolidList"/>
    <dgm:cxn modelId="{AD7BC5AC-2D7F-472D-A077-8228D96B3BF7}" type="presParOf" srcId="{A3E8B617-E035-4652-BBCF-52EB65E32791}" destId="{EF95E6D7-5E6C-4EE7-ADBF-4EE545209DE8}" srcOrd="0" destOrd="0" presId="urn:microsoft.com/office/officeart/2018/2/layout/IconVerticalSolidList"/>
    <dgm:cxn modelId="{281FAA67-8C6F-401F-A8E4-2BBB2381F393}" type="presParOf" srcId="{A3E8B617-E035-4652-BBCF-52EB65E32791}" destId="{F0EB599E-F69C-4EF4-AC08-C9DA24AEB3F3}" srcOrd="1" destOrd="0" presId="urn:microsoft.com/office/officeart/2018/2/layout/IconVerticalSolidList"/>
    <dgm:cxn modelId="{80E3316A-A7C4-4E3C-A766-184A3EF44AFC}" type="presParOf" srcId="{A3E8B617-E035-4652-BBCF-52EB65E32791}" destId="{844E4501-E5A1-4A90-AABE-D1A0E43441F6}" srcOrd="2" destOrd="0" presId="urn:microsoft.com/office/officeart/2018/2/layout/IconVerticalSolidList"/>
    <dgm:cxn modelId="{6590443B-B420-4513-9B89-BE33722C8ADF}" type="presParOf" srcId="{A3E8B617-E035-4652-BBCF-52EB65E32791}" destId="{75CEC809-FF2F-4A75-BB73-45F3AC874232}" srcOrd="3" destOrd="0" presId="urn:microsoft.com/office/officeart/2018/2/layout/IconVerticalSolidList"/>
    <dgm:cxn modelId="{78125E75-5950-46AD-AD12-E3DFE1742310}" type="presParOf" srcId="{5A1D65DD-A7BC-4DED-AAD2-5DA5D968C9E9}" destId="{39063F48-1650-4B66-A8C8-6FB4C6A4085B}" srcOrd="3" destOrd="0" presId="urn:microsoft.com/office/officeart/2018/2/layout/IconVerticalSolidList"/>
    <dgm:cxn modelId="{52A0523A-08EF-4109-B298-4FC89A39393D}" type="presParOf" srcId="{5A1D65DD-A7BC-4DED-AAD2-5DA5D968C9E9}" destId="{4DDB9A7E-7B4C-4F4A-8CF9-0FDF07BF8F6E}" srcOrd="4" destOrd="0" presId="urn:microsoft.com/office/officeart/2018/2/layout/IconVerticalSolidList"/>
    <dgm:cxn modelId="{72E1AFE0-FE70-4F9A-BF13-D048ACFB34E2}" type="presParOf" srcId="{4DDB9A7E-7B4C-4F4A-8CF9-0FDF07BF8F6E}" destId="{7E6B7153-5CBC-40B3-91BD-5650F8168EE4}" srcOrd="0" destOrd="0" presId="urn:microsoft.com/office/officeart/2018/2/layout/IconVerticalSolidList"/>
    <dgm:cxn modelId="{C3ADB09E-698C-46E9-8AF4-2BB95ED16269}" type="presParOf" srcId="{4DDB9A7E-7B4C-4F4A-8CF9-0FDF07BF8F6E}" destId="{23D395DF-36F0-49F3-A641-9EE9509F0956}" srcOrd="1" destOrd="0" presId="urn:microsoft.com/office/officeart/2018/2/layout/IconVerticalSolidList"/>
    <dgm:cxn modelId="{DE026C4F-95AA-4CBA-9F4C-A53C6B80E8CE}" type="presParOf" srcId="{4DDB9A7E-7B4C-4F4A-8CF9-0FDF07BF8F6E}" destId="{4B4C4276-4058-4518-A59C-9C7B56207EEC}" srcOrd="2" destOrd="0" presId="urn:microsoft.com/office/officeart/2018/2/layout/IconVerticalSolidList"/>
    <dgm:cxn modelId="{2E9F3FDC-1069-4ABC-BE42-99CC5A42B7F5}" type="presParOf" srcId="{4DDB9A7E-7B4C-4F4A-8CF9-0FDF07BF8F6E}" destId="{442886C8-5E70-426B-BB11-24C7E097AFFC}" srcOrd="3" destOrd="0" presId="urn:microsoft.com/office/officeart/2018/2/layout/IconVerticalSolidList"/>
    <dgm:cxn modelId="{C629AC66-A129-494F-BA73-C29CE1D16044}" type="presParOf" srcId="{5A1D65DD-A7BC-4DED-AAD2-5DA5D968C9E9}" destId="{23F27398-8A3B-4E7B-83E1-016140132EF7}" srcOrd="5" destOrd="0" presId="urn:microsoft.com/office/officeart/2018/2/layout/IconVerticalSolidList"/>
    <dgm:cxn modelId="{A001BB28-7386-4B2D-B62F-81A335BF53E8}" type="presParOf" srcId="{5A1D65DD-A7BC-4DED-AAD2-5DA5D968C9E9}" destId="{A7B44D40-1305-43AB-A6FE-8431EB6A53AF}" srcOrd="6" destOrd="0" presId="urn:microsoft.com/office/officeart/2018/2/layout/IconVerticalSolidList"/>
    <dgm:cxn modelId="{E1864E17-C550-4E97-8DED-8564893ECF52}" type="presParOf" srcId="{A7B44D40-1305-43AB-A6FE-8431EB6A53AF}" destId="{14F51AEB-35A5-44B2-BE2A-0B1F994CFAE3}" srcOrd="0" destOrd="0" presId="urn:microsoft.com/office/officeart/2018/2/layout/IconVerticalSolidList"/>
    <dgm:cxn modelId="{84F03021-2A81-4C95-9A1A-10BA3988A726}" type="presParOf" srcId="{A7B44D40-1305-43AB-A6FE-8431EB6A53AF}" destId="{7FA3FBF3-393D-4E91-AA8B-D8F2E1AD7027}" srcOrd="1" destOrd="0" presId="urn:microsoft.com/office/officeart/2018/2/layout/IconVerticalSolidList"/>
    <dgm:cxn modelId="{4A2FF9FF-83E0-4B80-A442-7101DA75A0EF}" type="presParOf" srcId="{A7B44D40-1305-43AB-A6FE-8431EB6A53AF}" destId="{68589C45-B2C7-45BB-9039-9D97CEB04A57}" srcOrd="2" destOrd="0" presId="urn:microsoft.com/office/officeart/2018/2/layout/IconVerticalSolidList"/>
    <dgm:cxn modelId="{E70855F6-95C3-4B85-81ED-B1486F7511E7}" type="presParOf" srcId="{A7B44D40-1305-43AB-A6FE-8431EB6A53AF}" destId="{8AFBB4B5-DCDC-4C7E-BA3B-4C59003915A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44FCE75-C118-429C-9CE0-BAA58150F8F8}" type="doc">
      <dgm:prSet loTypeId="urn:microsoft.com/office/officeart/2005/8/layout/chart3" loCatId="cycle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FA2A791-1290-4C0A-BE71-349D90D5BB18}">
      <dgm:prSet/>
      <dgm:spPr/>
      <dgm:t>
        <a:bodyPr/>
        <a:lstStyle/>
        <a:p>
          <a:r>
            <a:rPr lang="en-US"/>
            <a:t>Existing tools focus on backend or IDE assistance only</a:t>
          </a:r>
        </a:p>
      </dgm:t>
    </dgm:pt>
    <dgm:pt modelId="{AD999EB3-D976-49EE-875F-F84E57A8C5A8}" type="parTrans" cxnId="{9F0AF151-262B-4EC0-97CE-FF48416156B6}">
      <dgm:prSet/>
      <dgm:spPr/>
      <dgm:t>
        <a:bodyPr/>
        <a:lstStyle/>
        <a:p>
          <a:endParaRPr lang="en-US"/>
        </a:p>
      </dgm:t>
    </dgm:pt>
    <dgm:pt modelId="{A4BE11D2-E8DC-4CB2-A504-97D8CC5C232A}" type="sibTrans" cxnId="{9F0AF151-262B-4EC0-97CE-FF48416156B6}">
      <dgm:prSet/>
      <dgm:spPr/>
      <dgm:t>
        <a:bodyPr/>
        <a:lstStyle/>
        <a:p>
          <a:endParaRPr lang="en-US"/>
        </a:p>
      </dgm:t>
    </dgm:pt>
    <dgm:pt modelId="{7CF4165C-04E7-4CF3-B491-0C580FE1E0B2}">
      <dgm:prSet/>
      <dgm:spPr/>
      <dgm:t>
        <a:bodyPr/>
        <a:lstStyle/>
        <a:p>
          <a:r>
            <a:rPr lang="en-US"/>
            <a:t>Our system covers full stack: UI, backend, CI/CD, testing, monitoring</a:t>
          </a:r>
        </a:p>
      </dgm:t>
    </dgm:pt>
    <dgm:pt modelId="{44DC5B93-E7F2-4D43-844F-5E00AF2D5460}" type="parTrans" cxnId="{B5AE5F40-AEF9-48D8-937B-5B793E090F72}">
      <dgm:prSet/>
      <dgm:spPr/>
      <dgm:t>
        <a:bodyPr/>
        <a:lstStyle/>
        <a:p>
          <a:endParaRPr lang="en-US"/>
        </a:p>
      </dgm:t>
    </dgm:pt>
    <dgm:pt modelId="{EA0C1010-1139-4BC9-8F00-7B7A3D6425F2}" type="sibTrans" cxnId="{B5AE5F40-AEF9-48D8-937B-5B793E090F72}">
      <dgm:prSet/>
      <dgm:spPr/>
      <dgm:t>
        <a:bodyPr/>
        <a:lstStyle/>
        <a:p>
          <a:endParaRPr lang="en-US"/>
        </a:p>
      </dgm:t>
    </dgm:pt>
    <dgm:pt modelId="{6CC69109-CDB2-45E2-852B-4D4272F4B0BD}">
      <dgm:prSet/>
      <dgm:spPr/>
      <dgm:t>
        <a:bodyPr/>
        <a:lstStyle/>
        <a:p>
          <a:r>
            <a:rPr lang="en-US"/>
            <a:t>“Unlike other approaches that focus only on pieces of the stack, our invention automates and enhances the entire lifecycle.”</a:t>
          </a:r>
        </a:p>
      </dgm:t>
    </dgm:pt>
    <dgm:pt modelId="{1B558D75-B725-4605-A1C1-27D1DC244E33}" type="parTrans" cxnId="{7DE8E0F0-257B-436A-A5C4-E76628E9002B}">
      <dgm:prSet/>
      <dgm:spPr/>
      <dgm:t>
        <a:bodyPr/>
        <a:lstStyle/>
        <a:p>
          <a:endParaRPr lang="en-US"/>
        </a:p>
      </dgm:t>
    </dgm:pt>
    <dgm:pt modelId="{9291D373-479D-43AF-97D5-0ECFF1A06F7B}" type="sibTrans" cxnId="{7DE8E0F0-257B-436A-A5C4-E76628E9002B}">
      <dgm:prSet/>
      <dgm:spPr/>
      <dgm:t>
        <a:bodyPr/>
        <a:lstStyle/>
        <a:p>
          <a:endParaRPr lang="en-US"/>
        </a:p>
      </dgm:t>
    </dgm:pt>
    <dgm:pt modelId="{9E6F9CF2-7A58-4A3E-9AB5-B553F4E4D239}" type="pres">
      <dgm:prSet presAssocID="{B44FCE75-C118-429C-9CE0-BAA58150F8F8}" presName="compositeShape" presStyleCnt="0">
        <dgm:presLayoutVars>
          <dgm:chMax val="7"/>
          <dgm:dir/>
          <dgm:resizeHandles val="exact"/>
        </dgm:presLayoutVars>
      </dgm:prSet>
      <dgm:spPr/>
    </dgm:pt>
    <dgm:pt modelId="{407A5035-DA9E-45A4-BFD0-A8595359ECB1}" type="pres">
      <dgm:prSet presAssocID="{B44FCE75-C118-429C-9CE0-BAA58150F8F8}" presName="wedge1" presStyleLbl="node1" presStyleIdx="0" presStyleCnt="3"/>
      <dgm:spPr/>
    </dgm:pt>
    <dgm:pt modelId="{EDF595B5-4175-4E90-8459-702F0A2687FC}" type="pres">
      <dgm:prSet presAssocID="{B44FCE75-C118-429C-9CE0-BAA58150F8F8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01CA2733-49BF-4280-B50B-56D28C5F2FB9}" type="pres">
      <dgm:prSet presAssocID="{B44FCE75-C118-429C-9CE0-BAA58150F8F8}" presName="wedge2" presStyleLbl="node1" presStyleIdx="1" presStyleCnt="3"/>
      <dgm:spPr/>
    </dgm:pt>
    <dgm:pt modelId="{8F71AC09-ED21-47D3-8D15-9B17A2705893}" type="pres">
      <dgm:prSet presAssocID="{B44FCE75-C118-429C-9CE0-BAA58150F8F8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3A2566EB-F5D5-4513-927E-919E16200464}" type="pres">
      <dgm:prSet presAssocID="{B44FCE75-C118-429C-9CE0-BAA58150F8F8}" presName="wedge3" presStyleLbl="node1" presStyleIdx="2" presStyleCnt="3"/>
      <dgm:spPr/>
    </dgm:pt>
    <dgm:pt modelId="{54E28AC2-CF0A-41CF-858A-44A4A0A178DF}" type="pres">
      <dgm:prSet presAssocID="{B44FCE75-C118-429C-9CE0-BAA58150F8F8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BBC1E408-EC6F-4658-A7A6-5711B6C8E58F}" type="presOf" srcId="{AFA2A791-1290-4C0A-BE71-349D90D5BB18}" destId="{407A5035-DA9E-45A4-BFD0-A8595359ECB1}" srcOrd="0" destOrd="0" presId="urn:microsoft.com/office/officeart/2005/8/layout/chart3"/>
    <dgm:cxn modelId="{89878C35-FC81-4F38-8617-C540C796AF55}" type="presOf" srcId="{7CF4165C-04E7-4CF3-B491-0C580FE1E0B2}" destId="{01CA2733-49BF-4280-B50B-56D28C5F2FB9}" srcOrd="0" destOrd="0" presId="urn:microsoft.com/office/officeart/2005/8/layout/chart3"/>
    <dgm:cxn modelId="{B5AE5F40-AEF9-48D8-937B-5B793E090F72}" srcId="{B44FCE75-C118-429C-9CE0-BAA58150F8F8}" destId="{7CF4165C-04E7-4CF3-B491-0C580FE1E0B2}" srcOrd="1" destOrd="0" parTransId="{44DC5B93-E7F2-4D43-844F-5E00AF2D5460}" sibTransId="{EA0C1010-1139-4BC9-8F00-7B7A3D6425F2}"/>
    <dgm:cxn modelId="{7CD90648-DFA4-49BD-ACAF-58BD269ADF42}" type="presOf" srcId="{B44FCE75-C118-429C-9CE0-BAA58150F8F8}" destId="{9E6F9CF2-7A58-4A3E-9AB5-B553F4E4D239}" srcOrd="0" destOrd="0" presId="urn:microsoft.com/office/officeart/2005/8/layout/chart3"/>
    <dgm:cxn modelId="{9F0AF151-262B-4EC0-97CE-FF48416156B6}" srcId="{B44FCE75-C118-429C-9CE0-BAA58150F8F8}" destId="{AFA2A791-1290-4C0A-BE71-349D90D5BB18}" srcOrd="0" destOrd="0" parTransId="{AD999EB3-D976-49EE-875F-F84E57A8C5A8}" sibTransId="{A4BE11D2-E8DC-4CB2-A504-97D8CC5C232A}"/>
    <dgm:cxn modelId="{BC2D8798-6C42-43E1-AFBF-4919E3B4FE61}" type="presOf" srcId="{AFA2A791-1290-4C0A-BE71-349D90D5BB18}" destId="{EDF595B5-4175-4E90-8459-702F0A2687FC}" srcOrd="1" destOrd="0" presId="urn:microsoft.com/office/officeart/2005/8/layout/chart3"/>
    <dgm:cxn modelId="{FD572CC9-952E-4467-9E0E-EA09E94FD447}" type="presOf" srcId="{6CC69109-CDB2-45E2-852B-4D4272F4B0BD}" destId="{3A2566EB-F5D5-4513-927E-919E16200464}" srcOrd="0" destOrd="0" presId="urn:microsoft.com/office/officeart/2005/8/layout/chart3"/>
    <dgm:cxn modelId="{219B51EA-3D6A-4326-987B-7F14B5FDCD24}" type="presOf" srcId="{6CC69109-CDB2-45E2-852B-4D4272F4B0BD}" destId="{54E28AC2-CF0A-41CF-858A-44A4A0A178DF}" srcOrd="1" destOrd="0" presId="urn:microsoft.com/office/officeart/2005/8/layout/chart3"/>
    <dgm:cxn modelId="{7DE8E0F0-257B-436A-A5C4-E76628E9002B}" srcId="{B44FCE75-C118-429C-9CE0-BAA58150F8F8}" destId="{6CC69109-CDB2-45E2-852B-4D4272F4B0BD}" srcOrd="2" destOrd="0" parTransId="{1B558D75-B725-4605-A1C1-27D1DC244E33}" sibTransId="{9291D373-479D-43AF-97D5-0ECFF1A06F7B}"/>
    <dgm:cxn modelId="{7D59DBF7-91F9-4EAF-9724-34815815D57D}" type="presOf" srcId="{7CF4165C-04E7-4CF3-B491-0C580FE1E0B2}" destId="{8F71AC09-ED21-47D3-8D15-9B17A2705893}" srcOrd="1" destOrd="0" presId="urn:microsoft.com/office/officeart/2005/8/layout/chart3"/>
    <dgm:cxn modelId="{2C2374E6-6394-4ABA-802B-40FE2EF8C547}" type="presParOf" srcId="{9E6F9CF2-7A58-4A3E-9AB5-B553F4E4D239}" destId="{407A5035-DA9E-45A4-BFD0-A8595359ECB1}" srcOrd="0" destOrd="0" presId="urn:microsoft.com/office/officeart/2005/8/layout/chart3"/>
    <dgm:cxn modelId="{32A1A3B7-BC8E-43D1-AE41-37C962A24429}" type="presParOf" srcId="{9E6F9CF2-7A58-4A3E-9AB5-B553F4E4D239}" destId="{EDF595B5-4175-4E90-8459-702F0A2687FC}" srcOrd="1" destOrd="0" presId="urn:microsoft.com/office/officeart/2005/8/layout/chart3"/>
    <dgm:cxn modelId="{C727ADDD-3764-4926-9F10-7B9589CB2F4C}" type="presParOf" srcId="{9E6F9CF2-7A58-4A3E-9AB5-B553F4E4D239}" destId="{01CA2733-49BF-4280-B50B-56D28C5F2FB9}" srcOrd="2" destOrd="0" presId="urn:microsoft.com/office/officeart/2005/8/layout/chart3"/>
    <dgm:cxn modelId="{A4A96950-4817-403B-8F7D-C2C7A93970FF}" type="presParOf" srcId="{9E6F9CF2-7A58-4A3E-9AB5-B553F4E4D239}" destId="{8F71AC09-ED21-47D3-8D15-9B17A2705893}" srcOrd="3" destOrd="0" presId="urn:microsoft.com/office/officeart/2005/8/layout/chart3"/>
    <dgm:cxn modelId="{8B4F83FE-FEBC-430C-AC34-F81B2D231CC5}" type="presParOf" srcId="{9E6F9CF2-7A58-4A3E-9AB5-B553F4E4D239}" destId="{3A2566EB-F5D5-4513-927E-919E16200464}" srcOrd="4" destOrd="0" presId="urn:microsoft.com/office/officeart/2005/8/layout/chart3"/>
    <dgm:cxn modelId="{8CA0090B-8EC4-4CA9-A048-5089A3BD1321}" type="presParOf" srcId="{9E6F9CF2-7A58-4A3E-9AB5-B553F4E4D239}" destId="{54E28AC2-CF0A-41CF-858A-44A4A0A178DF}" srcOrd="5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4C3FB6D-51A8-4403-997C-021A2BE2E0C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221C518D-A2DE-4679-A655-387F0CDE8AEA}">
      <dgm:prSet/>
      <dgm:spPr/>
      <dgm:t>
        <a:bodyPr/>
        <a:lstStyle/>
        <a:p>
          <a:pPr>
            <a:defRPr cap="all"/>
          </a:pPr>
          <a:r>
            <a:rPr lang="en-US"/>
            <a:t>Full Stack Intelligence Framework</a:t>
          </a:r>
        </a:p>
      </dgm:t>
    </dgm:pt>
    <dgm:pt modelId="{3BE013CB-DA00-489D-A9D8-28A52DE5736D}" type="parTrans" cxnId="{BEA2B6FC-27D3-4D32-AA9E-C54339CBE535}">
      <dgm:prSet/>
      <dgm:spPr/>
      <dgm:t>
        <a:bodyPr/>
        <a:lstStyle/>
        <a:p>
          <a:endParaRPr lang="en-US"/>
        </a:p>
      </dgm:t>
    </dgm:pt>
    <dgm:pt modelId="{C5355487-1069-4905-9604-9E7D0F5FCC74}" type="sibTrans" cxnId="{BEA2B6FC-27D3-4D32-AA9E-C54339CBE535}">
      <dgm:prSet/>
      <dgm:spPr/>
      <dgm:t>
        <a:bodyPr/>
        <a:lstStyle/>
        <a:p>
          <a:endParaRPr lang="en-US"/>
        </a:p>
      </dgm:t>
    </dgm:pt>
    <dgm:pt modelId="{85686FAF-057B-4CBA-9DC1-82EF236F4ECD}">
      <dgm:prSet/>
      <dgm:spPr/>
      <dgm:t>
        <a:bodyPr/>
        <a:lstStyle/>
        <a:p>
          <a:pPr>
            <a:defRPr cap="all"/>
          </a:pPr>
          <a:r>
            <a:rPr lang="en-US"/>
            <a:t>Backend Automation Core</a:t>
          </a:r>
        </a:p>
      </dgm:t>
    </dgm:pt>
    <dgm:pt modelId="{F4BD3226-7469-46C0-A976-C95B3AB763C1}" type="parTrans" cxnId="{5BD4131C-0EB6-49B4-84CD-566FA9E95058}">
      <dgm:prSet/>
      <dgm:spPr/>
      <dgm:t>
        <a:bodyPr/>
        <a:lstStyle/>
        <a:p>
          <a:endParaRPr lang="en-US"/>
        </a:p>
      </dgm:t>
    </dgm:pt>
    <dgm:pt modelId="{C08F4AA3-8783-45DB-AA8E-0CFFBD6E7F56}" type="sibTrans" cxnId="{5BD4131C-0EB6-49B4-84CD-566FA9E95058}">
      <dgm:prSet/>
      <dgm:spPr/>
      <dgm:t>
        <a:bodyPr/>
        <a:lstStyle/>
        <a:p>
          <a:endParaRPr lang="en-US"/>
        </a:p>
      </dgm:t>
    </dgm:pt>
    <dgm:pt modelId="{23DFCB1F-328C-4DD2-AF02-A55B46EE18B2}">
      <dgm:prSet/>
      <dgm:spPr/>
      <dgm:t>
        <a:bodyPr/>
        <a:lstStyle/>
        <a:p>
          <a:pPr>
            <a:defRPr cap="all"/>
          </a:pPr>
          <a:r>
            <a:rPr lang="en-US"/>
            <a:t>Frontend AI Engine</a:t>
          </a:r>
        </a:p>
      </dgm:t>
    </dgm:pt>
    <dgm:pt modelId="{EE8EB075-11AA-4B50-84F3-255270894C64}" type="parTrans" cxnId="{D519E9D0-FB86-4961-BA56-30D95BEC399D}">
      <dgm:prSet/>
      <dgm:spPr/>
      <dgm:t>
        <a:bodyPr/>
        <a:lstStyle/>
        <a:p>
          <a:endParaRPr lang="en-US"/>
        </a:p>
      </dgm:t>
    </dgm:pt>
    <dgm:pt modelId="{B5C45250-E21D-4D98-A33A-A5CA124F88AE}" type="sibTrans" cxnId="{D519E9D0-FB86-4961-BA56-30D95BEC399D}">
      <dgm:prSet/>
      <dgm:spPr/>
      <dgm:t>
        <a:bodyPr/>
        <a:lstStyle/>
        <a:p>
          <a:endParaRPr lang="en-US"/>
        </a:p>
      </dgm:t>
    </dgm:pt>
    <dgm:pt modelId="{99229C50-5A2C-4907-8FA2-19DC8DE63448}">
      <dgm:prSet/>
      <dgm:spPr/>
      <dgm:t>
        <a:bodyPr/>
        <a:lstStyle/>
        <a:p>
          <a:pPr>
            <a:defRPr cap="all"/>
          </a:pPr>
          <a:r>
            <a:rPr lang="en-US"/>
            <a:t>Smart Database Layer</a:t>
          </a:r>
        </a:p>
      </dgm:t>
    </dgm:pt>
    <dgm:pt modelId="{8E26A58B-49A4-4A42-A760-61B280DDF46D}" type="parTrans" cxnId="{CEF0FBEE-C733-4710-B75A-22752E19C71F}">
      <dgm:prSet/>
      <dgm:spPr/>
      <dgm:t>
        <a:bodyPr/>
        <a:lstStyle/>
        <a:p>
          <a:endParaRPr lang="en-US"/>
        </a:p>
      </dgm:t>
    </dgm:pt>
    <dgm:pt modelId="{1C04C638-0BED-42D1-81FC-90084A12F0C8}" type="sibTrans" cxnId="{CEF0FBEE-C733-4710-B75A-22752E19C71F}">
      <dgm:prSet/>
      <dgm:spPr/>
      <dgm:t>
        <a:bodyPr/>
        <a:lstStyle/>
        <a:p>
          <a:endParaRPr lang="en-US"/>
        </a:p>
      </dgm:t>
    </dgm:pt>
    <dgm:pt modelId="{99FC8AEA-7E68-40BD-87E0-DD5853B9607A}">
      <dgm:prSet/>
      <dgm:spPr/>
      <dgm:t>
        <a:bodyPr/>
        <a:lstStyle/>
        <a:p>
          <a:pPr>
            <a:defRPr cap="all"/>
          </a:pPr>
          <a:r>
            <a:rPr lang="en-US"/>
            <a:t>CI/CD Automation</a:t>
          </a:r>
        </a:p>
      </dgm:t>
    </dgm:pt>
    <dgm:pt modelId="{C327437A-8F83-49B6-8B80-95B2D2FD7F79}" type="parTrans" cxnId="{8C0CC664-287D-46BA-B1D1-D5CA59BE28CD}">
      <dgm:prSet/>
      <dgm:spPr/>
      <dgm:t>
        <a:bodyPr/>
        <a:lstStyle/>
        <a:p>
          <a:endParaRPr lang="en-US"/>
        </a:p>
      </dgm:t>
    </dgm:pt>
    <dgm:pt modelId="{3798A0CA-5B0F-4281-AA8E-7C3E810005E8}" type="sibTrans" cxnId="{8C0CC664-287D-46BA-B1D1-D5CA59BE28CD}">
      <dgm:prSet/>
      <dgm:spPr/>
      <dgm:t>
        <a:bodyPr/>
        <a:lstStyle/>
        <a:p>
          <a:endParaRPr lang="en-US"/>
        </a:p>
      </dgm:t>
    </dgm:pt>
    <dgm:pt modelId="{46A7F297-018B-423B-B01B-AF7208CCE80B}">
      <dgm:prSet/>
      <dgm:spPr/>
      <dgm:t>
        <a:bodyPr/>
        <a:lstStyle/>
        <a:p>
          <a:pPr>
            <a:defRPr cap="all"/>
          </a:pPr>
          <a:r>
            <a:rPr lang="en-US"/>
            <a:t>AI Testing Suite</a:t>
          </a:r>
        </a:p>
      </dgm:t>
    </dgm:pt>
    <dgm:pt modelId="{E1C65F6E-35F4-490D-86EF-26F3897F0200}" type="parTrans" cxnId="{DB720DF1-FD53-4CD3-8870-DBD93F7E5C07}">
      <dgm:prSet/>
      <dgm:spPr/>
      <dgm:t>
        <a:bodyPr/>
        <a:lstStyle/>
        <a:p>
          <a:endParaRPr lang="en-US"/>
        </a:p>
      </dgm:t>
    </dgm:pt>
    <dgm:pt modelId="{22D42399-1810-41FC-BB1B-71CFDCA6D57B}" type="sibTrans" cxnId="{DB720DF1-FD53-4CD3-8870-DBD93F7E5C07}">
      <dgm:prSet/>
      <dgm:spPr/>
      <dgm:t>
        <a:bodyPr/>
        <a:lstStyle/>
        <a:p>
          <a:endParaRPr lang="en-US"/>
        </a:p>
      </dgm:t>
    </dgm:pt>
    <dgm:pt modelId="{4F03CBA7-1253-4C31-A5C1-6FA8590AB8E2}">
      <dgm:prSet/>
      <dgm:spPr/>
      <dgm:t>
        <a:bodyPr/>
        <a:lstStyle/>
        <a:p>
          <a:pPr>
            <a:defRPr cap="all"/>
          </a:pPr>
          <a:r>
            <a:rPr lang="en-US"/>
            <a:t>Monitoring &amp; Optimization Module</a:t>
          </a:r>
        </a:p>
      </dgm:t>
    </dgm:pt>
    <dgm:pt modelId="{0883D66E-55DA-46BD-AC66-C0A784393FDF}" type="parTrans" cxnId="{8AB2A296-47FF-43FE-BB40-88485030DE96}">
      <dgm:prSet/>
      <dgm:spPr/>
      <dgm:t>
        <a:bodyPr/>
        <a:lstStyle/>
        <a:p>
          <a:endParaRPr lang="en-US"/>
        </a:p>
      </dgm:t>
    </dgm:pt>
    <dgm:pt modelId="{6440696B-882B-4E56-94CB-01296D1BD039}" type="sibTrans" cxnId="{8AB2A296-47FF-43FE-BB40-88485030DE96}">
      <dgm:prSet/>
      <dgm:spPr/>
      <dgm:t>
        <a:bodyPr/>
        <a:lstStyle/>
        <a:p>
          <a:endParaRPr lang="en-US"/>
        </a:p>
      </dgm:t>
    </dgm:pt>
    <dgm:pt modelId="{024A7FF2-8BD1-42BE-9F24-CA995B974F19}">
      <dgm:prSet/>
      <dgm:spPr/>
      <dgm:t>
        <a:bodyPr/>
        <a:lstStyle/>
        <a:p>
          <a:pPr>
            <a:defRPr cap="all"/>
          </a:pPr>
          <a:r>
            <a:rPr lang="en-US"/>
            <a:t>“Each of these modules is powered by AI and they communicate via APIs to deliver seamless automation.”</a:t>
          </a:r>
        </a:p>
      </dgm:t>
    </dgm:pt>
    <dgm:pt modelId="{8168CCBA-D96A-4B39-8003-728E2E01C71F}" type="parTrans" cxnId="{922434A0-69EB-4739-A019-5DE4F1D70CD1}">
      <dgm:prSet/>
      <dgm:spPr/>
      <dgm:t>
        <a:bodyPr/>
        <a:lstStyle/>
        <a:p>
          <a:endParaRPr lang="en-US"/>
        </a:p>
      </dgm:t>
    </dgm:pt>
    <dgm:pt modelId="{B0F489D7-1864-4630-A83B-043C9C60B344}" type="sibTrans" cxnId="{922434A0-69EB-4739-A019-5DE4F1D70CD1}">
      <dgm:prSet/>
      <dgm:spPr/>
      <dgm:t>
        <a:bodyPr/>
        <a:lstStyle/>
        <a:p>
          <a:endParaRPr lang="en-US"/>
        </a:p>
      </dgm:t>
    </dgm:pt>
    <dgm:pt modelId="{BF2A6D7E-A113-4DAB-A73A-0F20D19CFA36}" type="pres">
      <dgm:prSet presAssocID="{84C3FB6D-51A8-4403-997C-021A2BE2E0C6}" presName="root" presStyleCnt="0">
        <dgm:presLayoutVars>
          <dgm:dir/>
          <dgm:resizeHandles val="exact"/>
        </dgm:presLayoutVars>
      </dgm:prSet>
      <dgm:spPr/>
    </dgm:pt>
    <dgm:pt modelId="{565C3F84-0E95-4B9C-8F25-0EE8B3C420F6}" type="pres">
      <dgm:prSet presAssocID="{221C518D-A2DE-4679-A655-387F0CDE8AEA}" presName="compNode" presStyleCnt="0"/>
      <dgm:spPr/>
    </dgm:pt>
    <dgm:pt modelId="{A969E3FB-98F0-4D34-ADFC-D84E6385EA18}" type="pres">
      <dgm:prSet presAssocID="{221C518D-A2DE-4679-A655-387F0CDE8AEA}" presName="iconBgRect" presStyleLbl="bgShp" presStyleIdx="0" presStyleCnt="8"/>
      <dgm:spPr/>
    </dgm:pt>
    <dgm:pt modelId="{47F5DF94-9B0C-418B-84A2-BC0582EC75E5}" type="pres">
      <dgm:prSet presAssocID="{221C518D-A2DE-4679-A655-387F0CDE8AEA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59D46C2C-4F64-4CCA-825E-FD673BD900D0}" type="pres">
      <dgm:prSet presAssocID="{221C518D-A2DE-4679-A655-387F0CDE8AEA}" presName="spaceRect" presStyleCnt="0"/>
      <dgm:spPr/>
    </dgm:pt>
    <dgm:pt modelId="{033E4E64-CD6C-4752-AE70-E1F3BF3D7DEC}" type="pres">
      <dgm:prSet presAssocID="{221C518D-A2DE-4679-A655-387F0CDE8AEA}" presName="textRect" presStyleLbl="revTx" presStyleIdx="0" presStyleCnt="8">
        <dgm:presLayoutVars>
          <dgm:chMax val="1"/>
          <dgm:chPref val="1"/>
        </dgm:presLayoutVars>
      </dgm:prSet>
      <dgm:spPr/>
    </dgm:pt>
    <dgm:pt modelId="{35E31074-531C-495B-9083-5BC7B27AB1E5}" type="pres">
      <dgm:prSet presAssocID="{C5355487-1069-4905-9604-9E7D0F5FCC74}" presName="sibTrans" presStyleCnt="0"/>
      <dgm:spPr/>
    </dgm:pt>
    <dgm:pt modelId="{718248CF-D578-4E43-9942-0022DDDFCF08}" type="pres">
      <dgm:prSet presAssocID="{85686FAF-057B-4CBA-9DC1-82EF236F4ECD}" presName="compNode" presStyleCnt="0"/>
      <dgm:spPr/>
    </dgm:pt>
    <dgm:pt modelId="{5926C2A2-8FD2-4948-A5FA-300E9FC69A04}" type="pres">
      <dgm:prSet presAssocID="{85686FAF-057B-4CBA-9DC1-82EF236F4ECD}" presName="iconBgRect" presStyleLbl="bgShp" presStyleIdx="1" presStyleCnt="8"/>
      <dgm:spPr/>
    </dgm:pt>
    <dgm:pt modelId="{5669AA1F-EC98-478D-A409-9B48F02E27A9}" type="pres">
      <dgm:prSet presAssocID="{85686FAF-057B-4CBA-9DC1-82EF236F4ECD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B671906-F5A7-4FBF-B6AF-2D3520437ED6}" type="pres">
      <dgm:prSet presAssocID="{85686FAF-057B-4CBA-9DC1-82EF236F4ECD}" presName="spaceRect" presStyleCnt="0"/>
      <dgm:spPr/>
    </dgm:pt>
    <dgm:pt modelId="{A2F8FF9B-F47A-4E3E-A1C7-46016EE00085}" type="pres">
      <dgm:prSet presAssocID="{85686FAF-057B-4CBA-9DC1-82EF236F4ECD}" presName="textRect" presStyleLbl="revTx" presStyleIdx="1" presStyleCnt="8">
        <dgm:presLayoutVars>
          <dgm:chMax val="1"/>
          <dgm:chPref val="1"/>
        </dgm:presLayoutVars>
      </dgm:prSet>
      <dgm:spPr/>
    </dgm:pt>
    <dgm:pt modelId="{D8C461CA-82D3-4F2D-A22E-2BCA400D5E39}" type="pres">
      <dgm:prSet presAssocID="{C08F4AA3-8783-45DB-AA8E-0CFFBD6E7F56}" presName="sibTrans" presStyleCnt="0"/>
      <dgm:spPr/>
    </dgm:pt>
    <dgm:pt modelId="{C4557982-6A02-4170-BE81-A7E7E4B14291}" type="pres">
      <dgm:prSet presAssocID="{23DFCB1F-328C-4DD2-AF02-A55B46EE18B2}" presName="compNode" presStyleCnt="0"/>
      <dgm:spPr/>
    </dgm:pt>
    <dgm:pt modelId="{276EECE1-A28E-4775-9469-3F07947BB98C}" type="pres">
      <dgm:prSet presAssocID="{23DFCB1F-328C-4DD2-AF02-A55B46EE18B2}" presName="iconBgRect" presStyleLbl="bgShp" presStyleIdx="2" presStyleCnt="8"/>
      <dgm:spPr/>
    </dgm:pt>
    <dgm:pt modelId="{0A6A4E38-A4EA-4518-9DA9-2E5386BF30A9}" type="pres">
      <dgm:prSet presAssocID="{23DFCB1F-328C-4DD2-AF02-A55B46EE18B2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6ECEC97-363B-4C46-B70D-BBB3CB0B5B5D}" type="pres">
      <dgm:prSet presAssocID="{23DFCB1F-328C-4DD2-AF02-A55B46EE18B2}" presName="spaceRect" presStyleCnt="0"/>
      <dgm:spPr/>
    </dgm:pt>
    <dgm:pt modelId="{6CE86A02-9E37-4B25-9C59-2E2D7C959850}" type="pres">
      <dgm:prSet presAssocID="{23DFCB1F-328C-4DD2-AF02-A55B46EE18B2}" presName="textRect" presStyleLbl="revTx" presStyleIdx="2" presStyleCnt="8">
        <dgm:presLayoutVars>
          <dgm:chMax val="1"/>
          <dgm:chPref val="1"/>
        </dgm:presLayoutVars>
      </dgm:prSet>
      <dgm:spPr/>
    </dgm:pt>
    <dgm:pt modelId="{7ACCCC1A-11DE-407B-9BC3-8A8DF074F653}" type="pres">
      <dgm:prSet presAssocID="{B5C45250-E21D-4D98-A33A-A5CA124F88AE}" presName="sibTrans" presStyleCnt="0"/>
      <dgm:spPr/>
    </dgm:pt>
    <dgm:pt modelId="{1963C73C-BC0C-4D92-B0B0-7635B09439F1}" type="pres">
      <dgm:prSet presAssocID="{99229C50-5A2C-4907-8FA2-19DC8DE63448}" presName="compNode" presStyleCnt="0"/>
      <dgm:spPr/>
    </dgm:pt>
    <dgm:pt modelId="{0FFF84E6-490A-4388-A6AA-8E562C8DA8BE}" type="pres">
      <dgm:prSet presAssocID="{99229C50-5A2C-4907-8FA2-19DC8DE63448}" presName="iconBgRect" presStyleLbl="bgShp" presStyleIdx="3" presStyleCnt="8"/>
      <dgm:spPr/>
    </dgm:pt>
    <dgm:pt modelId="{EE3B5423-3182-40AC-BBF3-863785D08155}" type="pres">
      <dgm:prSet presAssocID="{99229C50-5A2C-4907-8FA2-19DC8DE63448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5FEBAD6F-1758-44BD-82F3-EF5F13F480DB}" type="pres">
      <dgm:prSet presAssocID="{99229C50-5A2C-4907-8FA2-19DC8DE63448}" presName="spaceRect" presStyleCnt="0"/>
      <dgm:spPr/>
    </dgm:pt>
    <dgm:pt modelId="{51D919D9-82C4-4BD9-9243-966B87B8E497}" type="pres">
      <dgm:prSet presAssocID="{99229C50-5A2C-4907-8FA2-19DC8DE63448}" presName="textRect" presStyleLbl="revTx" presStyleIdx="3" presStyleCnt="8">
        <dgm:presLayoutVars>
          <dgm:chMax val="1"/>
          <dgm:chPref val="1"/>
        </dgm:presLayoutVars>
      </dgm:prSet>
      <dgm:spPr/>
    </dgm:pt>
    <dgm:pt modelId="{48E4D82F-3056-42CC-8B27-EF0DC25CDEA5}" type="pres">
      <dgm:prSet presAssocID="{1C04C638-0BED-42D1-81FC-90084A12F0C8}" presName="sibTrans" presStyleCnt="0"/>
      <dgm:spPr/>
    </dgm:pt>
    <dgm:pt modelId="{0766E928-AA3F-43FB-A8DC-C1AE14D51DB1}" type="pres">
      <dgm:prSet presAssocID="{99FC8AEA-7E68-40BD-87E0-DD5853B9607A}" presName="compNode" presStyleCnt="0"/>
      <dgm:spPr/>
    </dgm:pt>
    <dgm:pt modelId="{0CAF8FAE-BC24-4DBF-ABFE-EDFE1575147D}" type="pres">
      <dgm:prSet presAssocID="{99FC8AEA-7E68-40BD-87E0-DD5853B9607A}" presName="iconBgRect" presStyleLbl="bgShp" presStyleIdx="4" presStyleCnt="8"/>
      <dgm:spPr/>
    </dgm:pt>
    <dgm:pt modelId="{A1CD310A-EF9E-4714-88C1-050BB5A2D0E1}" type="pres">
      <dgm:prSet presAssocID="{99FC8AEA-7E68-40BD-87E0-DD5853B9607A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9764D950-9E03-418A-9985-94FC88A57A3E}" type="pres">
      <dgm:prSet presAssocID="{99FC8AEA-7E68-40BD-87E0-DD5853B9607A}" presName="spaceRect" presStyleCnt="0"/>
      <dgm:spPr/>
    </dgm:pt>
    <dgm:pt modelId="{CA3F9C36-96F7-4CA5-A0EA-982018E3896F}" type="pres">
      <dgm:prSet presAssocID="{99FC8AEA-7E68-40BD-87E0-DD5853B9607A}" presName="textRect" presStyleLbl="revTx" presStyleIdx="4" presStyleCnt="8">
        <dgm:presLayoutVars>
          <dgm:chMax val="1"/>
          <dgm:chPref val="1"/>
        </dgm:presLayoutVars>
      </dgm:prSet>
      <dgm:spPr/>
    </dgm:pt>
    <dgm:pt modelId="{ACF29B2C-07BA-458A-8B4A-934C1BBEE147}" type="pres">
      <dgm:prSet presAssocID="{3798A0CA-5B0F-4281-AA8E-7C3E810005E8}" presName="sibTrans" presStyleCnt="0"/>
      <dgm:spPr/>
    </dgm:pt>
    <dgm:pt modelId="{CF7FAB11-5685-4ACC-94E7-FCE859AE5FC7}" type="pres">
      <dgm:prSet presAssocID="{46A7F297-018B-423B-B01B-AF7208CCE80B}" presName="compNode" presStyleCnt="0"/>
      <dgm:spPr/>
    </dgm:pt>
    <dgm:pt modelId="{C302AFFC-07E1-43B8-8A53-E732151B3F0D}" type="pres">
      <dgm:prSet presAssocID="{46A7F297-018B-423B-B01B-AF7208CCE80B}" presName="iconBgRect" presStyleLbl="bgShp" presStyleIdx="5" presStyleCnt="8"/>
      <dgm:spPr/>
    </dgm:pt>
    <dgm:pt modelId="{BD94312E-4E91-4006-BECC-35E94A19DB5F}" type="pres">
      <dgm:prSet presAssocID="{46A7F297-018B-423B-B01B-AF7208CCE80B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89930E1-26B6-4AC6-A217-4CE7C9D919C4}" type="pres">
      <dgm:prSet presAssocID="{46A7F297-018B-423B-B01B-AF7208CCE80B}" presName="spaceRect" presStyleCnt="0"/>
      <dgm:spPr/>
    </dgm:pt>
    <dgm:pt modelId="{A8ACB857-2F36-460C-8F59-A4D102FD99B5}" type="pres">
      <dgm:prSet presAssocID="{46A7F297-018B-423B-B01B-AF7208CCE80B}" presName="textRect" presStyleLbl="revTx" presStyleIdx="5" presStyleCnt="8">
        <dgm:presLayoutVars>
          <dgm:chMax val="1"/>
          <dgm:chPref val="1"/>
        </dgm:presLayoutVars>
      </dgm:prSet>
      <dgm:spPr/>
    </dgm:pt>
    <dgm:pt modelId="{2A168FD2-5C42-4807-A6F8-65E756D1ED7B}" type="pres">
      <dgm:prSet presAssocID="{22D42399-1810-41FC-BB1B-71CFDCA6D57B}" presName="sibTrans" presStyleCnt="0"/>
      <dgm:spPr/>
    </dgm:pt>
    <dgm:pt modelId="{FC37D297-DD9F-4700-A63D-0D7117EB59EA}" type="pres">
      <dgm:prSet presAssocID="{4F03CBA7-1253-4C31-A5C1-6FA8590AB8E2}" presName="compNode" presStyleCnt="0"/>
      <dgm:spPr/>
    </dgm:pt>
    <dgm:pt modelId="{969E77E0-8FB6-490E-8393-EF1F73A4FADA}" type="pres">
      <dgm:prSet presAssocID="{4F03CBA7-1253-4C31-A5C1-6FA8590AB8E2}" presName="iconBgRect" presStyleLbl="bgShp" presStyleIdx="6" presStyleCnt="8"/>
      <dgm:spPr/>
    </dgm:pt>
    <dgm:pt modelId="{DE956A03-4A2D-4161-B4E9-CC28320CF3E2}" type="pres">
      <dgm:prSet presAssocID="{4F03CBA7-1253-4C31-A5C1-6FA8590AB8E2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EBA525EB-B0E7-4479-A840-74D86AC7CF1A}" type="pres">
      <dgm:prSet presAssocID="{4F03CBA7-1253-4C31-A5C1-6FA8590AB8E2}" presName="spaceRect" presStyleCnt="0"/>
      <dgm:spPr/>
    </dgm:pt>
    <dgm:pt modelId="{2B42C7F7-E71D-477B-84BB-CC986BFF98BF}" type="pres">
      <dgm:prSet presAssocID="{4F03CBA7-1253-4C31-A5C1-6FA8590AB8E2}" presName="textRect" presStyleLbl="revTx" presStyleIdx="6" presStyleCnt="8">
        <dgm:presLayoutVars>
          <dgm:chMax val="1"/>
          <dgm:chPref val="1"/>
        </dgm:presLayoutVars>
      </dgm:prSet>
      <dgm:spPr/>
    </dgm:pt>
    <dgm:pt modelId="{81757B58-8B31-4C1E-8909-FE71FFF64F6D}" type="pres">
      <dgm:prSet presAssocID="{6440696B-882B-4E56-94CB-01296D1BD039}" presName="sibTrans" presStyleCnt="0"/>
      <dgm:spPr/>
    </dgm:pt>
    <dgm:pt modelId="{6D7404D4-3469-4595-9873-D967D501A8C2}" type="pres">
      <dgm:prSet presAssocID="{024A7FF2-8BD1-42BE-9F24-CA995B974F19}" presName="compNode" presStyleCnt="0"/>
      <dgm:spPr/>
    </dgm:pt>
    <dgm:pt modelId="{07D7047B-02B4-4D56-92D6-C66FB95CE793}" type="pres">
      <dgm:prSet presAssocID="{024A7FF2-8BD1-42BE-9F24-CA995B974F19}" presName="iconBgRect" presStyleLbl="bgShp" presStyleIdx="7" presStyleCnt="8"/>
      <dgm:spPr/>
    </dgm:pt>
    <dgm:pt modelId="{1D631EF9-C7A0-4153-BEE7-71BF5C3A686F}" type="pres">
      <dgm:prSet presAssocID="{024A7FF2-8BD1-42BE-9F24-CA995B974F19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3F87415B-C81B-42FA-A876-741548B484AB}" type="pres">
      <dgm:prSet presAssocID="{024A7FF2-8BD1-42BE-9F24-CA995B974F19}" presName="spaceRect" presStyleCnt="0"/>
      <dgm:spPr/>
    </dgm:pt>
    <dgm:pt modelId="{29993CA7-41B3-48B0-A344-8E90062DF39B}" type="pres">
      <dgm:prSet presAssocID="{024A7FF2-8BD1-42BE-9F24-CA995B974F19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8827570A-28A7-40EE-9FB4-5143E5DE0466}" type="presOf" srcId="{99229C50-5A2C-4907-8FA2-19DC8DE63448}" destId="{51D919D9-82C4-4BD9-9243-966B87B8E497}" srcOrd="0" destOrd="0" presId="urn:microsoft.com/office/officeart/2018/5/layout/IconCircleLabelList"/>
    <dgm:cxn modelId="{5BD4131C-0EB6-49B4-84CD-566FA9E95058}" srcId="{84C3FB6D-51A8-4403-997C-021A2BE2E0C6}" destId="{85686FAF-057B-4CBA-9DC1-82EF236F4ECD}" srcOrd="1" destOrd="0" parTransId="{F4BD3226-7469-46C0-A976-C95B3AB763C1}" sibTransId="{C08F4AA3-8783-45DB-AA8E-0CFFBD6E7F56}"/>
    <dgm:cxn modelId="{AADC3B2B-851D-4AA9-8B23-01D7BBB26B21}" type="presOf" srcId="{84C3FB6D-51A8-4403-997C-021A2BE2E0C6}" destId="{BF2A6D7E-A113-4DAB-A73A-0F20D19CFA36}" srcOrd="0" destOrd="0" presId="urn:microsoft.com/office/officeart/2018/5/layout/IconCircleLabelList"/>
    <dgm:cxn modelId="{8C0CC664-287D-46BA-B1D1-D5CA59BE28CD}" srcId="{84C3FB6D-51A8-4403-997C-021A2BE2E0C6}" destId="{99FC8AEA-7E68-40BD-87E0-DD5853B9607A}" srcOrd="4" destOrd="0" parTransId="{C327437A-8F83-49B6-8B80-95B2D2FD7F79}" sibTransId="{3798A0CA-5B0F-4281-AA8E-7C3E810005E8}"/>
    <dgm:cxn modelId="{67F36959-584E-4C00-B423-1ADC76DDB55F}" type="presOf" srcId="{024A7FF2-8BD1-42BE-9F24-CA995B974F19}" destId="{29993CA7-41B3-48B0-A344-8E90062DF39B}" srcOrd="0" destOrd="0" presId="urn:microsoft.com/office/officeart/2018/5/layout/IconCircleLabelList"/>
    <dgm:cxn modelId="{CE51638C-2ADD-4B46-9056-80C1F66B58E0}" type="presOf" srcId="{221C518D-A2DE-4679-A655-387F0CDE8AEA}" destId="{033E4E64-CD6C-4752-AE70-E1F3BF3D7DEC}" srcOrd="0" destOrd="0" presId="urn:microsoft.com/office/officeart/2018/5/layout/IconCircleLabelList"/>
    <dgm:cxn modelId="{8AB2A296-47FF-43FE-BB40-88485030DE96}" srcId="{84C3FB6D-51A8-4403-997C-021A2BE2E0C6}" destId="{4F03CBA7-1253-4C31-A5C1-6FA8590AB8E2}" srcOrd="6" destOrd="0" parTransId="{0883D66E-55DA-46BD-AC66-C0A784393FDF}" sibTransId="{6440696B-882B-4E56-94CB-01296D1BD039}"/>
    <dgm:cxn modelId="{922434A0-69EB-4739-A019-5DE4F1D70CD1}" srcId="{84C3FB6D-51A8-4403-997C-021A2BE2E0C6}" destId="{024A7FF2-8BD1-42BE-9F24-CA995B974F19}" srcOrd="7" destOrd="0" parTransId="{8168CCBA-D96A-4B39-8003-728E2E01C71F}" sibTransId="{B0F489D7-1864-4630-A83B-043C9C60B344}"/>
    <dgm:cxn modelId="{4A47E8BC-AFAC-4D78-A34C-89BDFAF5D8E7}" type="presOf" srcId="{85686FAF-057B-4CBA-9DC1-82EF236F4ECD}" destId="{A2F8FF9B-F47A-4E3E-A1C7-46016EE00085}" srcOrd="0" destOrd="0" presId="urn:microsoft.com/office/officeart/2018/5/layout/IconCircleLabelList"/>
    <dgm:cxn modelId="{53AE66BF-6346-4CAA-9CB9-67691B1C5D22}" type="presOf" srcId="{23DFCB1F-328C-4DD2-AF02-A55B46EE18B2}" destId="{6CE86A02-9E37-4B25-9C59-2E2D7C959850}" srcOrd="0" destOrd="0" presId="urn:microsoft.com/office/officeart/2018/5/layout/IconCircleLabelList"/>
    <dgm:cxn modelId="{3F2D41C1-3244-420F-AA87-F0F754D53219}" type="presOf" srcId="{4F03CBA7-1253-4C31-A5C1-6FA8590AB8E2}" destId="{2B42C7F7-E71D-477B-84BB-CC986BFF98BF}" srcOrd="0" destOrd="0" presId="urn:microsoft.com/office/officeart/2018/5/layout/IconCircleLabelList"/>
    <dgm:cxn modelId="{053DC8CF-E344-4374-836E-17D91B544994}" type="presOf" srcId="{99FC8AEA-7E68-40BD-87E0-DD5853B9607A}" destId="{CA3F9C36-96F7-4CA5-A0EA-982018E3896F}" srcOrd="0" destOrd="0" presId="urn:microsoft.com/office/officeart/2018/5/layout/IconCircleLabelList"/>
    <dgm:cxn modelId="{D519E9D0-FB86-4961-BA56-30D95BEC399D}" srcId="{84C3FB6D-51A8-4403-997C-021A2BE2E0C6}" destId="{23DFCB1F-328C-4DD2-AF02-A55B46EE18B2}" srcOrd="2" destOrd="0" parTransId="{EE8EB075-11AA-4B50-84F3-255270894C64}" sibTransId="{B5C45250-E21D-4D98-A33A-A5CA124F88AE}"/>
    <dgm:cxn modelId="{DB3DB2E5-ECE5-4F76-A072-979DD9BC1641}" type="presOf" srcId="{46A7F297-018B-423B-B01B-AF7208CCE80B}" destId="{A8ACB857-2F36-460C-8F59-A4D102FD99B5}" srcOrd="0" destOrd="0" presId="urn:microsoft.com/office/officeart/2018/5/layout/IconCircleLabelList"/>
    <dgm:cxn modelId="{CEF0FBEE-C733-4710-B75A-22752E19C71F}" srcId="{84C3FB6D-51A8-4403-997C-021A2BE2E0C6}" destId="{99229C50-5A2C-4907-8FA2-19DC8DE63448}" srcOrd="3" destOrd="0" parTransId="{8E26A58B-49A4-4A42-A760-61B280DDF46D}" sibTransId="{1C04C638-0BED-42D1-81FC-90084A12F0C8}"/>
    <dgm:cxn modelId="{DB720DF1-FD53-4CD3-8870-DBD93F7E5C07}" srcId="{84C3FB6D-51A8-4403-997C-021A2BE2E0C6}" destId="{46A7F297-018B-423B-B01B-AF7208CCE80B}" srcOrd="5" destOrd="0" parTransId="{E1C65F6E-35F4-490D-86EF-26F3897F0200}" sibTransId="{22D42399-1810-41FC-BB1B-71CFDCA6D57B}"/>
    <dgm:cxn modelId="{BEA2B6FC-27D3-4D32-AA9E-C54339CBE535}" srcId="{84C3FB6D-51A8-4403-997C-021A2BE2E0C6}" destId="{221C518D-A2DE-4679-A655-387F0CDE8AEA}" srcOrd="0" destOrd="0" parTransId="{3BE013CB-DA00-489D-A9D8-28A52DE5736D}" sibTransId="{C5355487-1069-4905-9604-9E7D0F5FCC74}"/>
    <dgm:cxn modelId="{811A8A54-A01F-45C0-A2C7-610FE66A6458}" type="presParOf" srcId="{BF2A6D7E-A113-4DAB-A73A-0F20D19CFA36}" destId="{565C3F84-0E95-4B9C-8F25-0EE8B3C420F6}" srcOrd="0" destOrd="0" presId="urn:microsoft.com/office/officeart/2018/5/layout/IconCircleLabelList"/>
    <dgm:cxn modelId="{79B7EA4D-5780-4F78-9327-0A27BBCFFBD6}" type="presParOf" srcId="{565C3F84-0E95-4B9C-8F25-0EE8B3C420F6}" destId="{A969E3FB-98F0-4D34-ADFC-D84E6385EA18}" srcOrd="0" destOrd="0" presId="urn:microsoft.com/office/officeart/2018/5/layout/IconCircleLabelList"/>
    <dgm:cxn modelId="{7F906B3E-8DEE-48C5-A8FA-1CF254FFD768}" type="presParOf" srcId="{565C3F84-0E95-4B9C-8F25-0EE8B3C420F6}" destId="{47F5DF94-9B0C-418B-84A2-BC0582EC75E5}" srcOrd="1" destOrd="0" presId="urn:microsoft.com/office/officeart/2018/5/layout/IconCircleLabelList"/>
    <dgm:cxn modelId="{E37CD656-1435-4834-8EB6-0A7887F99F39}" type="presParOf" srcId="{565C3F84-0E95-4B9C-8F25-0EE8B3C420F6}" destId="{59D46C2C-4F64-4CCA-825E-FD673BD900D0}" srcOrd="2" destOrd="0" presId="urn:microsoft.com/office/officeart/2018/5/layout/IconCircleLabelList"/>
    <dgm:cxn modelId="{31A2BA33-754E-4A72-831F-2945B6F6905B}" type="presParOf" srcId="{565C3F84-0E95-4B9C-8F25-0EE8B3C420F6}" destId="{033E4E64-CD6C-4752-AE70-E1F3BF3D7DEC}" srcOrd="3" destOrd="0" presId="urn:microsoft.com/office/officeart/2018/5/layout/IconCircleLabelList"/>
    <dgm:cxn modelId="{48F109A5-5E71-458C-9579-EBD275A88D0C}" type="presParOf" srcId="{BF2A6D7E-A113-4DAB-A73A-0F20D19CFA36}" destId="{35E31074-531C-495B-9083-5BC7B27AB1E5}" srcOrd="1" destOrd="0" presId="urn:microsoft.com/office/officeart/2018/5/layout/IconCircleLabelList"/>
    <dgm:cxn modelId="{D0135BA2-EB13-4F40-A662-E3A010133FD5}" type="presParOf" srcId="{BF2A6D7E-A113-4DAB-A73A-0F20D19CFA36}" destId="{718248CF-D578-4E43-9942-0022DDDFCF08}" srcOrd="2" destOrd="0" presId="urn:microsoft.com/office/officeart/2018/5/layout/IconCircleLabelList"/>
    <dgm:cxn modelId="{557A5C86-0832-4CC5-BAF7-69388119919D}" type="presParOf" srcId="{718248CF-D578-4E43-9942-0022DDDFCF08}" destId="{5926C2A2-8FD2-4948-A5FA-300E9FC69A04}" srcOrd="0" destOrd="0" presId="urn:microsoft.com/office/officeart/2018/5/layout/IconCircleLabelList"/>
    <dgm:cxn modelId="{169C07E8-B892-47E5-B901-F4F6B2467FA6}" type="presParOf" srcId="{718248CF-D578-4E43-9942-0022DDDFCF08}" destId="{5669AA1F-EC98-478D-A409-9B48F02E27A9}" srcOrd="1" destOrd="0" presId="urn:microsoft.com/office/officeart/2018/5/layout/IconCircleLabelList"/>
    <dgm:cxn modelId="{29969653-EF34-4C53-8EC7-997CBE0EB699}" type="presParOf" srcId="{718248CF-D578-4E43-9942-0022DDDFCF08}" destId="{2B671906-F5A7-4FBF-B6AF-2D3520437ED6}" srcOrd="2" destOrd="0" presId="urn:microsoft.com/office/officeart/2018/5/layout/IconCircleLabelList"/>
    <dgm:cxn modelId="{B637B08C-2751-4200-B81F-1EB979D817B0}" type="presParOf" srcId="{718248CF-D578-4E43-9942-0022DDDFCF08}" destId="{A2F8FF9B-F47A-4E3E-A1C7-46016EE00085}" srcOrd="3" destOrd="0" presId="urn:microsoft.com/office/officeart/2018/5/layout/IconCircleLabelList"/>
    <dgm:cxn modelId="{742D9680-9E24-49E5-9077-1F96CF0D69ED}" type="presParOf" srcId="{BF2A6D7E-A113-4DAB-A73A-0F20D19CFA36}" destId="{D8C461CA-82D3-4F2D-A22E-2BCA400D5E39}" srcOrd="3" destOrd="0" presId="urn:microsoft.com/office/officeart/2018/5/layout/IconCircleLabelList"/>
    <dgm:cxn modelId="{A5D587D6-44D8-4149-8050-0963BB809AC6}" type="presParOf" srcId="{BF2A6D7E-A113-4DAB-A73A-0F20D19CFA36}" destId="{C4557982-6A02-4170-BE81-A7E7E4B14291}" srcOrd="4" destOrd="0" presId="urn:microsoft.com/office/officeart/2018/5/layout/IconCircleLabelList"/>
    <dgm:cxn modelId="{8D817753-6DDC-4E9B-AC6F-AB4721AF058A}" type="presParOf" srcId="{C4557982-6A02-4170-BE81-A7E7E4B14291}" destId="{276EECE1-A28E-4775-9469-3F07947BB98C}" srcOrd="0" destOrd="0" presId="urn:microsoft.com/office/officeart/2018/5/layout/IconCircleLabelList"/>
    <dgm:cxn modelId="{129ABBA4-B53D-4E2F-BCBE-94DF24F840C1}" type="presParOf" srcId="{C4557982-6A02-4170-BE81-A7E7E4B14291}" destId="{0A6A4E38-A4EA-4518-9DA9-2E5386BF30A9}" srcOrd="1" destOrd="0" presId="urn:microsoft.com/office/officeart/2018/5/layout/IconCircleLabelList"/>
    <dgm:cxn modelId="{65DBEDA6-D066-42D4-8272-77F973F0865B}" type="presParOf" srcId="{C4557982-6A02-4170-BE81-A7E7E4B14291}" destId="{46ECEC97-363B-4C46-B70D-BBB3CB0B5B5D}" srcOrd="2" destOrd="0" presId="urn:microsoft.com/office/officeart/2018/5/layout/IconCircleLabelList"/>
    <dgm:cxn modelId="{3C0E9719-B592-47FB-8C13-F74847BD61DF}" type="presParOf" srcId="{C4557982-6A02-4170-BE81-A7E7E4B14291}" destId="{6CE86A02-9E37-4B25-9C59-2E2D7C959850}" srcOrd="3" destOrd="0" presId="urn:microsoft.com/office/officeart/2018/5/layout/IconCircleLabelList"/>
    <dgm:cxn modelId="{2E9DD07E-4648-4101-84D6-DDAFF79F29ED}" type="presParOf" srcId="{BF2A6D7E-A113-4DAB-A73A-0F20D19CFA36}" destId="{7ACCCC1A-11DE-407B-9BC3-8A8DF074F653}" srcOrd="5" destOrd="0" presId="urn:microsoft.com/office/officeart/2018/5/layout/IconCircleLabelList"/>
    <dgm:cxn modelId="{985B4DC5-2DE6-4CB0-B391-8F72C4169ADA}" type="presParOf" srcId="{BF2A6D7E-A113-4DAB-A73A-0F20D19CFA36}" destId="{1963C73C-BC0C-4D92-B0B0-7635B09439F1}" srcOrd="6" destOrd="0" presId="urn:microsoft.com/office/officeart/2018/5/layout/IconCircleLabelList"/>
    <dgm:cxn modelId="{B5176371-667F-48C4-8237-4D886E94059D}" type="presParOf" srcId="{1963C73C-BC0C-4D92-B0B0-7635B09439F1}" destId="{0FFF84E6-490A-4388-A6AA-8E562C8DA8BE}" srcOrd="0" destOrd="0" presId="urn:microsoft.com/office/officeart/2018/5/layout/IconCircleLabelList"/>
    <dgm:cxn modelId="{0EC28820-5609-4A40-A1F1-AA0CCFEFCE32}" type="presParOf" srcId="{1963C73C-BC0C-4D92-B0B0-7635B09439F1}" destId="{EE3B5423-3182-40AC-BBF3-863785D08155}" srcOrd="1" destOrd="0" presId="urn:microsoft.com/office/officeart/2018/5/layout/IconCircleLabelList"/>
    <dgm:cxn modelId="{43127D07-529E-4B6F-B148-B297D50640BF}" type="presParOf" srcId="{1963C73C-BC0C-4D92-B0B0-7635B09439F1}" destId="{5FEBAD6F-1758-44BD-82F3-EF5F13F480DB}" srcOrd="2" destOrd="0" presId="urn:microsoft.com/office/officeart/2018/5/layout/IconCircleLabelList"/>
    <dgm:cxn modelId="{061AB137-0189-440C-A33C-8F4492F7DDC0}" type="presParOf" srcId="{1963C73C-BC0C-4D92-B0B0-7635B09439F1}" destId="{51D919D9-82C4-4BD9-9243-966B87B8E497}" srcOrd="3" destOrd="0" presId="urn:microsoft.com/office/officeart/2018/5/layout/IconCircleLabelList"/>
    <dgm:cxn modelId="{39560B0A-5D21-49B3-8DEE-E00D42CD63A4}" type="presParOf" srcId="{BF2A6D7E-A113-4DAB-A73A-0F20D19CFA36}" destId="{48E4D82F-3056-42CC-8B27-EF0DC25CDEA5}" srcOrd="7" destOrd="0" presId="urn:microsoft.com/office/officeart/2018/5/layout/IconCircleLabelList"/>
    <dgm:cxn modelId="{03303B81-4B3B-4381-A9F5-8C5F92F78FD5}" type="presParOf" srcId="{BF2A6D7E-A113-4DAB-A73A-0F20D19CFA36}" destId="{0766E928-AA3F-43FB-A8DC-C1AE14D51DB1}" srcOrd="8" destOrd="0" presId="urn:microsoft.com/office/officeart/2018/5/layout/IconCircleLabelList"/>
    <dgm:cxn modelId="{F9DC91BE-27C1-494E-B9AD-17E828B3F903}" type="presParOf" srcId="{0766E928-AA3F-43FB-A8DC-C1AE14D51DB1}" destId="{0CAF8FAE-BC24-4DBF-ABFE-EDFE1575147D}" srcOrd="0" destOrd="0" presId="urn:microsoft.com/office/officeart/2018/5/layout/IconCircleLabelList"/>
    <dgm:cxn modelId="{D88DA2F2-C6CD-4D8B-9F6B-FB39231EF75C}" type="presParOf" srcId="{0766E928-AA3F-43FB-A8DC-C1AE14D51DB1}" destId="{A1CD310A-EF9E-4714-88C1-050BB5A2D0E1}" srcOrd="1" destOrd="0" presId="urn:microsoft.com/office/officeart/2018/5/layout/IconCircleLabelList"/>
    <dgm:cxn modelId="{8CE59881-C083-453C-BDA0-442370E0961B}" type="presParOf" srcId="{0766E928-AA3F-43FB-A8DC-C1AE14D51DB1}" destId="{9764D950-9E03-418A-9985-94FC88A57A3E}" srcOrd="2" destOrd="0" presId="urn:microsoft.com/office/officeart/2018/5/layout/IconCircleLabelList"/>
    <dgm:cxn modelId="{646A4E75-E548-4A90-B08E-65D71A62C287}" type="presParOf" srcId="{0766E928-AA3F-43FB-A8DC-C1AE14D51DB1}" destId="{CA3F9C36-96F7-4CA5-A0EA-982018E3896F}" srcOrd="3" destOrd="0" presId="urn:microsoft.com/office/officeart/2018/5/layout/IconCircleLabelList"/>
    <dgm:cxn modelId="{5FE58510-76CC-4D87-A24E-6832A6963FAF}" type="presParOf" srcId="{BF2A6D7E-A113-4DAB-A73A-0F20D19CFA36}" destId="{ACF29B2C-07BA-458A-8B4A-934C1BBEE147}" srcOrd="9" destOrd="0" presId="urn:microsoft.com/office/officeart/2018/5/layout/IconCircleLabelList"/>
    <dgm:cxn modelId="{A52D093D-8C7A-4B6E-B2BC-D02AD19DC125}" type="presParOf" srcId="{BF2A6D7E-A113-4DAB-A73A-0F20D19CFA36}" destId="{CF7FAB11-5685-4ACC-94E7-FCE859AE5FC7}" srcOrd="10" destOrd="0" presId="urn:microsoft.com/office/officeart/2018/5/layout/IconCircleLabelList"/>
    <dgm:cxn modelId="{C48A4431-C4F9-4A8F-8AD4-28C6562B2E23}" type="presParOf" srcId="{CF7FAB11-5685-4ACC-94E7-FCE859AE5FC7}" destId="{C302AFFC-07E1-43B8-8A53-E732151B3F0D}" srcOrd="0" destOrd="0" presId="urn:microsoft.com/office/officeart/2018/5/layout/IconCircleLabelList"/>
    <dgm:cxn modelId="{2CD71B3E-9FC4-4B30-A396-D15886C4E1F6}" type="presParOf" srcId="{CF7FAB11-5685-4ACC-94E7-FCE859AE5FC7}" destId="{BD94312E-4E91-4006-BECC-35E94A19DB5F}" srcOrd="1" destOrd="0" presId="urn:microsoft.com/office/officeart/2018/5/layout/IconCircleLabelList"/>
    <dgm:cxn modelId="{26806A9E-3901-4C3A-9CA8-0120828310D0}" type="presParOf" srcId="{CF7FAB11-5685-4ACC-94E7-FCE859AE5FC7}" destId="{D89930E1-26B6-4AC6-A217-4CE7C9D919C4}" srcOrd="2" destOrd="0" presId="urn:microsoft.com/office/officeart/2018/5/layout/IconCircleLabelList"/>
    <dgm:cxn modelId="{2E724577-73CA-4F25-9B0B-BC8CEFCD76BF}" type="presParOf" srcId="{CF7FAB11-5685-4ACC-94E7-FCE859AE5FC7}" destId="{A8ACB857-2F36-460C-8F59-A4D102FD99B5}" srcOrd="3" destOrd="0" presId="urn:microsoft.com/office/officeart/2018/5/layout/IconCircleLabelList"/>
    <dgm:cxn modelId="{3D207257-12FA-4A2A-9C11-CB39B9E1F1FF}" type="presParOf" srcId="{BF2A6D7E-A113-4DAB-A73A-0F20D19CFA36}" destId="{2A168FD2-5C42-4807-A6F8-65E756D1ED7B}" srcOrd="11" destOrd="0" presId="urn:microsoft.com/office/officeart/2018/5/layout/IconCircleLabelList"/>
    <dgm:cxn modelId="{394C3D15-EDD1-467F-89F9-5822E3956396}" type="presParOf" srcId="{BF2A6D7E-A113-4DAB-A73A-0F20D19CFA36}" destId="{FC37D297-DD9F-4700-A63D-0D7117EB59EA}" srcOrd="12" destOrd="0" presId="urn:microsoft.com/office/officeart/2018/5/layout/IconCircleLabelList"/>
    <dgm:cxn modelId="{0B76D00A-3013-432A-8433-6940A4B1F2C8}" type="presParOf" srcId="{FC37D297-DD9F-4700-A63D-0D7117EB59EA}" destId="{969E77E0-8FB6-490E-8393-EF1F73A4FADA}" srcOrd="0" destOrd="0" presId="urn:microsoft.com/office/officeart/2018/5/layout/IconCircleLabelList"/>
    <dgm:cxn modelId="{82EE0331-4C73-4CF1-B543-A5A0FD793FA2}" type="presParOf" srcId="{FC37D297-DD9F-4700-A63D-0D7117EB59EA}" destId="{DE956A03-4A2D-4161-B4E9-CC28320CF3E2}" srcOrd="1" destOrd="0" presId="urn:microsoft.com/office/officeart/2018/5/layout/IconCircleLabelList"/>
    <dgm:cxn modelId="{F77F3A96-0BD9-43E0-A2DE-0FB3841EE24D}" type="presParOf" srcId="{FC37D297-DD9F-4700-A63D-0D7117EB59EA}" destId="{EBA525EB-B0E7-4479-A840-74D86AC7CF1A}" srcOrd="2" destOrd="0" presId="urn:microsoft.com/office/officeart/2018/5/layout/IconCircleLabelList"/>
    <dgm:cxn modelId="{2290A014-D80A-47E6-B295-A8FA672CB778}" type="presParOf" srcId="{FC37D297-DD9F-4700-A63D-0D7117EB59EA}" destId="{2B42C7F7-E71D-477B-84BB-CC986BFF98BF}" srcOrd="3" destOrd="0" presId="urn:microsoft.com/office/officeart/2018/5/layout/IconCircleLabelList"/>
    <dgm:cxn modelId="{F66A965E-1B8F-4792-90B3-A2C9306D2A2E}" type="presParOf" srcId="{BF2A6D7E-A113-4DAB-A73A-0F20D19CFA36}" destId="{81757B58-8B31-4C1E-8909-FE71FFF64F6D}" srcOrd="13" destOrd="0" presId="urn:microsoft.com/office/officeart/2018/5/layout/IconCircleLabelList"/>
    <dgm:cxn modelId="{208A37EA-7B1F-4FE7-B176-4CF303E1B15E}" type="presParOf" srcId="{BF2A6D7E-A113-4DAB-A73A-0F20D19CFA36}" destId="{6D7404D4-3469-4595-9873-D967D501A8C2}" srcOrd="14" destOrd="0" presId="urn:microsoft.com/office/officeart/2018/5/layout/IconCircleLabelList"/>
    <dgm:cxn modelId="{441810A6-C0C0-41E3-9AAF-36C15DB13293}" type="presParOf" srcId="{6D7404D4-3469-4595-9873-D967D501A8C2}" destId="{07D7047B-02B4-4D56-92D6-C66FB95CE793}" srcOrd="0" destOrd="0" presId="urn:microsoft.com/office/officeart/2018/5/layout/IconCircleLabelList"/>
    <dgm:cxn modelId="{FA9512E3-DCAA-4B94-97C9-18A7601D7909}" type="presParOf" srcId="{6D7404D4-3469-4595-9873-D967D501A8C2}" destId="{1D631EF9-C7A0-4153-BEE7-71BF5C3A686F}" srcOrd="1" destOrd="0" presId="urn:microsoft.com/office/officeart/2018/5/layout/IconCircleLabelList"/>
    <dgm:cxn modelId="{9462171A-DFBC-44C1-B9D5-B5A43FBB2C90}" type="presParOf" srcId="{6D7404D4-3469-4595-9873-D967D501A8C2}" destId="{3F87415B-C81B-42FA-A876-741548B484AB}" srcOrd="2" destOrd="0" presId="urn:microsoft.com/office/officeart/2018/5/layout/IconCircleLabelList"/>
    <dgm:cxn modelId="{CC24410D-1FE7-4DBE-9292-FC334AF9721C}" type="presParOf" srcId="{6D7404D4-3469-4595-9873-D967D501A8C2}" destId="{29993CA7-41B3-48B0-A344-8E90062DF39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D7AA8A5-D6EF-4439-BFC0-125A18443EE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D55F4CD-8132-44BD-97E1-8A23848FCA4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AI writes test cases</a:t>
          </a:r>
        </a:p>
      </dgm:t>
    </dgm:pt>
    <dgm:pt modelId="{D304FCCA-3538-405B-BC6A-F55434A48C81}" type="parTrans" cxnId="{F0435F82-CF19-4C15-B0C0-AEB9A19FF4AE}">
      <dgm:prSet/>
      <dgm:spPr/>
      <dgm:t>
        <a:bodyPr/>
        <a:lstStyle/>
        <a:p>
          <a:endParaRPr lang="en-US"/>
        </a:p>
      </dgm:t>
    </dgm:pt>
    <dgm:pt modelId="{8785CED8-70F9-4F3B-B7A8-22514770577A}" type="sibTrans" cxnId="{F0435F82-CF19-4C15-B0C0-AEB9A19FF4AE}">
      <dgm:prSet/>
      <dgm:spPr/>
      <dgm:t>
        <a:bodyPr/>
        <a:lstStyle/>
        <a:p>
          <a:endParaRPr lang="en-US"/>
        </a:p>
      </dgm:t>
    </dgm:pt>
    <dgm:pt modelId="{D5B90304-E277-4667-A7EC-52D309103C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Simulates and deploys code based on risk &amp; traffic</a:t>
          </a:r>
        </a:p>
      </dgm:t>
    </dgm:pt>
    <dgm:pt modelId="{68077533-AEC2-4558-A167-DA1C3C0EC2A6}" type="parTrans" cxnId="{03C0148C-1355-427C-A13E-BC95338DEC03}">
      <dgm:prSet/>
      <dgm:spPr/>
      <dgm:t>
        <a:bodyPr/>
        <a:lstStyle/>
        <a:p>
          <a:endParaRPr lang="en-US"/>
        </a:p>
      </dgm:t>
    </dgm:pt>
    <dgm:pt modelId="{420B06C2-DC24-48A5-A858-D2BC0748C759}" type="sibTrans" cxnId="{03C0148C-1355-427C-A13E-BC95338DEC03}">
      <dgm:prSet/>
      <dgm:spPr/>
      <dgm:t>
        <a:bodyPr/>
        <a:lstStyle/>
        <a:p>
          <a:endParaRPr lang="en-US"/>
        </a:p>
      </dgm:t>
    </dgm:pt>
    <dgm:pt modelId="{C9BB1B8D-B727-4B4E-8849-F3C6381676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Automatic rollback on failure</a:t>
          </a:r>
        </a:p>
      </dgm:t>
    </dgm:pt>
    <dgm:pt modelId="{FE55CEA8-2019-4898-A1E8-64AB4F56B202}" type="parTrans" cxnId="{0DBAA45F-14BE-47F3-9D4C-CD19655A1193}">
      <dgm:prSet/>
      <dgm:spPr/>
      <dgm:t>
        <a:bodyPr/>
        <a:lstStyle/>
        <a:p>
          <a:endParaRPr lang="en-US"/>
        </a:p>
      </dgm:t>
    </dgm:pt>
    <dgm:pt modelId="{E956FBF7-B68F-4C40-A43A-060FFDA7F0EE}" type="sibTrans" cxnId="{0DBAA45F-14BE-47F3-9D4C-CD19655A1193}">
      <dgm:prSet/>
      <dgm:spPr/>
      <dgm:t>
        <a:bodyPr/>
        <a:lstStyle/>
        <a:p>
          <a:endParaRPr lang="en-US"/>
        </a:p>
      </dgm:t>
    </dgm:pt>
    <dgm:pt modelId="{DCA78C46-6F57-470C-83B6-799530BBBD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“I makes decisions like a smart developer — when to go live, when to hold, and when to fix issues.”</a:t>
          </a:r>
        </a:p>
      </dgm:t>
    </dgm:pt>
    <dgm:pt modelId="{B5EA9BC3-F7C1-48A3-8266-9CCF458A77F2}" type="parTrans" cxnId="{DC957C9B-7BA7-4975-9BD7-CDD04DF31AFA}">
      <dgm:prSet/>
      <dgm:spPr/>
      <dgm:t>
        <a:bodyPr/>
        <a:lstStyle/>
        <a:p>
          <a:endParaRPr lang="en-US"/>
        </a:p>
      </dgm:t>
    </dgm:pt>
    <dgm:pt modelId="{C6F2594C-F58B-4E12-BA78-0B9F5C37EBDE}" type="sibTrans" cxnId="{DC957C9B-7BA7-4975-9BD7-CDD04DF31AFA}">
      <dgm:prSet/>
      <dgm:spPr/>
      <dgm:t>
        <a:bodyPr/>
        <a:lstStyle/>
        <a:p>
          <a:endParaRPr lang="en-US"/>
        </a:p>
      </dgm:t>
    </dgm:pt>
    <dgm:pt modelId="{C40603DF-9EA9-4856-8096-A8B2DD10E83B}" type="pres">
      <dgm:prSet presAssocID="{CD7AA8A5-D6EF-4439-BFC0-125A18443EE2}" presName="root" presStyleCnt="0">
        <dgm:presLayoutVars>
          <dgm:dir/>
          <dgm:resizeHandles val="exact"/>
        </dgm:presLayoutVars>
      </dgm:prSet>
      <dgm:spPr/>
    </dgm:pt>
    <dgm:pt modelId="{7969C07C-FB0A-4515-8F9E-30D62CEC962D}" type="pres">
      <dgm:prSet presAssocID="{ED55F4CD-8132-44BD-97E1-8A23848FCA40}" presName="compNode" presStyleCnt="0"/>
      <dgm:spPr/>
    </dgm:pt>
    <dgm:pt modelId="{4FA07162-A103-4DC4-A3B4-DF3E1813BB01}" type="pres">
      <dgm:prSet presAssocID="{ED55F4CD-8132-44BD-97E1-8A23848FCA40}" presName="bgRect" presStyleLbl="bgShp" presStyleIdx="0" presStyleCnt="4"/>
      <dgm:spPr/>
    </dgm:pt>
    <dgm:pt modelId="{29BBDE88-B98B-46F6-AB40-747215DC2C11}" type="pres">
      <dgm:prSet presAssocID="{ED55F4CD-8132-44BD-97E1-8A23848FCA4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AE97FEEE-F306-4736-870C-E593870EEC2A}" type="pres">
      <dgm:prSet presAssocID="{ED55F4CD-8132-44BD-97E1-8A23848FCA40}" presName="spaceRect" presStyleCnt="0"/>
      <dgm:spPr/>
    </dgm:pt>
    <dgm:pt modelId="{1B5E91F9-EB89-45B9-A2CC-3404B43F97C4}" type="pres">
      <dgm:prSet presAssocID="{ED55F4CD-8132-44BD-97E1-8A23848FCA40}" presName="parTx" presStyleLbl="revTx" presStyleIdx="0" presStyleCnt="4">
        <dgm:presLayoutVars>
          <dgm:chMax val="0"/>
          <dgm:chPref val="0"/>
        </dgm:presLayoutVars>
      </dgm:prSet>
      <dgm:spPr/>
    </dgm:pt>
    <dgm:pt modelId="{A79CC512-8C93-42C2-A919-DE31295D834E}" type="pres">
      <dgm:prSet presAssocID="{8785CED8-70F9-4F3B-B7A8-22514770577A}" presName="sibTrans" presStyleCnt="0"/>
      <dgm:spPr/>
    </dgm:pt>
    <dgm:pt modelId="{6E1C44D3-DCFC-4EDE-B58A-E4E9C8D29E2D}" type="pres">
      <dgm:prSet presAssocID="{D5B90304-E277-4667-A7EC-52D309103CD3}" presName="compNode" presStyleCnt="0"/>
      <dgm:spPr/>
    </dgm:pt>
    <dgm:pt modelId="{984AE34D-8637-4B53-AA9D-25B95DBCC163}" type="pres">
      <dgm:prSet presAssocID="{D5B90304-E277-4667-A7EC-52D309103CD3}" presName="bgRect" presStyleLbl="bgShp" presStyleIdx="1" presStyleCnt="4"/>
      <dgm:spPr/>
    </dgm:pt>
    <dgm:pt modelId="{30DC25F0-7C58-47B3-AA62-B6A1F0D28B24}" type="pres">
      <dgm:prSet presAssocID="{D5B90304-E277-4667-A7EC-52D309103CD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64027ABC-3E3B-4C4A-9A09-CA12E75DEBB2}" type="pres">
      <dgm:prSet presAssocID="{D5B90304-E277-4667-A7EC-52D309103CD3}" presName="spaceRect" presStyleCnt="0"/>
      <dgm:spPr/>
    </dgm:pt>
    <dgm:pt modelId="{BA1AF5A9-DEBD-48BD-80FE-E77FCA44EB6E}" type="pres">
      <dgm:prSet presAssocID="{D5B90304-E277-4667-A7EC-52D309103CD3}" presName="parTx" presStyleLbl="revTx" presStyleIdx="1" presStyleCnt="4">
        <dgm:presLayoutVars>
          <dgm:chMax val="0"/>
          <dgm:chPref val="0"/>
        </dgm:presLayoutVars>
      </dgm:prSet>
      <dgm:spPr/>
    </dgm:pt>
    <dgm:pt modelId="{5D984259-96C4-4CA6-A9E3-FD60C9B6960D}" type="pres">
      <dgm:prSet presAssocID="{420B06C2-DC24-48A5-A858-D2BC0748C759}" presName="sibTrans" presStyleCnt="0"/>
      <dgm:spPr/>
    </dgm:pt>
    <dgm:pt modelId="{C189DEE6-EE4E-4367-816B-34801258D7F7}" type="pres">
      <dgm:prSet presAssocID="{C9BB1B8D-B727-4B4E-8849-F3C63816762E}" presName="compNode" presStyleCnt="0"/>
      <dgm:spPr/>
    </dgm:pt>
    <dgm:pt modelId="{1638CF64-497D-451D-BB37-E7E0AF1839C0}" type="pres">
      <dgm:prSet presAssocID="{C9BB1B8D-B727-4B4E-8849-F3C63816762E}" presName="bgRect" presStyleLbl="bgShp" presStyleIdx="2" presStyleCnt="4"/>
      <dgm:spPr/>
    </dgm:pt>
    <dgm:pt modelId="{EA2D2C54-4BBC-4A76-A107-99138210D9B1}" type="pres">
      <dgm:prSet presAssocID="{C9BB1B8D-B727-4B4E-8849-F3C63816762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2BFA29C5-32D3-4273-8793-1F7B104AC0E4}" type="pres">
      <dgm:prSet presAssocID="{C9BB1B8D-B727-4B4E-8849-F3C63816762E}" presName="spaceRect" presStyleCnt="0"/>
      <dgm:spPr/>
    </dgm:pt>
    <dgm:pt modelId="{896F290C-796E-4180-914D-8F214B175D0D}" type="pres">
      <dgm:prSet presAssocID="{C9BB1B8D-B727-4B4E-8849-F3C63816762E}" presName="parTx" presStyleLbl="revTx" presStyleIdx="2" presStyleCnt="4">
        <dgm:presLayoutVars>
          <dgm:chMax val="0"/>
          <dgm:chPref val="0"/>
        </dgm:presLayoutVars>
      </dgm:prSet>
      <dgm:spPr/>
    </dgm:pt>
    <dgm:pt modelId="{E19F9F2D-6A1E-4B8B-857C-35D199466472}" type="pres">
      <dgm:prSet presAssocID="{E956FBF7-B68F-4C40-A43A-060FFDA7F0EE}" presName="sibTrans" presStyleCnt="0"/>
      <dgm:spPr/>
    </dgm:pt>
    <dgm:pt modelId="{BE7C45B5-CAA5-4C81-BF81-AEDE2735691A}" type="pres">
      <dgm:prSet presAssocID="{DCA78C46-6F57-470C-83B6-799530BBBD56}" presName="compNode" presStyleCnt="0"/>
      <dgm:spPr/>
    </dgm:pt>
    <dgm:pt modelId="{3904BE01-B791-4426-AB32-24A12C0F56FE}" type="pres">
      <dgm:prSet presAssocID="{DCA78C46-6F57-470C-83B6-799530BBBD56}" presName="bgRect" presStyleLbl="bgShp" presStyleIdx="3" presStyleCnt="4"/>
      <dgm:spPr/>
    </dgm:pt>
    <dgm:pt modelId="{AE33D221-9BF9-4C0A-8C8F-F86AB548DBD2}" type="pres">
      <dgm:prSet presAssocID="{DCA78C46-6F57-470C-83B6-799530BBBD5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BD147836-E900-4E1D-8C1F-04895FC11848}" type="pres">
      <dgm:prSet presAssocID="{DCA78C46-6F57-470C-83B6-799530BBBD56}" presName="spaceRect" presStyleCnt="0"/>
      <dgm:spPr/>
    </dgm:pt>
    <dgm:pt modelId="{F174A43B-9C14-4FDD-971F-51EC89215046}" type="pres">
      <dgm:prSet presAssocID="{DCA78C46-6F57-470C-83B6-799530BBBD5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C69882E-FDBB-433F-9D75-55526446CCD4}" type="presOf" srcId="{C9BB1B8D-B727-4B4E-8849-F3C63816762E}" destId="{896F290C-796E-4180-914D-8F214B175D0D}" srcOrd="0" destOrd="0" presId="urn:microsoft.com/office/officeart/2018/2/layout/IconVerticalSolidList"/>
    <dgm:cxn modelId="{0DBAA45F-14BE-47F3-9D4C-CD19655A1193}" srcId="{CD7AA8A5-D6EF-4439-BFC0-125A18443EE2}" destId="{C9BB1B8D-B727-4B4E-8849-F3C63816762E}" srcOrd="2" destOrd="0" parTransId="{FE55CEA8-2019-4898-A1E8-64AB4F56B202}" sibTransId="{E956FBF7-B68F-4C40-A43A-060FFDA7F0EE}"/>
    <dgm:cxn modelId="{8D19944D-C883-4FAE-A561-41AEF2E6904A}" type="presOf" srcId="{CD7AA8A5-D6EF-4439-BFC0-125A18443EE2}" destId="{C40603DF-9EA9-4856-8096-A8B2DD10E83B}" srcOrd="0" destOrd="0" presId="urn:microsoft.com/office/officeart/2018/2/layout/IconVerticalSolidList"/>
    <dgm:cxn modelId="{F0435F82-CF19-4C15-B0C0-AEB9A19FF4AE}" srcId="{CD7AA8A5-D6EF-4439-BFC0-125A18443EE2}" destId="{ED55F4CD-8132-44BD-97E1-8A23848FCA40}" srcOrd="0" destOrd="0" parTransId="{D304FCCA-3538-405B-BC6A-F55434A48C81}" sibTransId="{8785CED8-70F9-4F3B-B7A8-22514770577A}"/>
    <dgm:cxn modelId="{D8759682-3F68-49D1-B000-82483EF4E65F}" type="presOf" srcId="{D5B90304-E277-4667-A7EC-52D309103CD3}" destId="{BA1AF5A9-DEBD-48BD-80FE-E77FCA44EB6E}" srcOrd="0" destOrd="0" presId="urn:microsoft.com/office/officeart/2018/2/layout/IconVerticalSolidList"/>
    <dgm:cxn modelId="{03C0148C-1355-427C-A13E-BC95338DEC03}" srcId="{CD7AA8A5-D6EF-4439-BFC0-125A18443EE2}" destId="{D5B90304-E277-4667-A7EC-52D309103CD3}" srcOrd="1" destOrd="0" parTransId="{68077533-AEC2-4558-A167-DA1C3C0EC2A6}" sibTransId="{420B06C2-DC24-48A5-A858-D2BC0748C759}"/>
    <dgm:cxn modelId="{DC957C9B-7BA7-4975-9BD7-CDD04DF31AFA}" srcId="{CD7AA8A5-D6EF-4439-BFC0-125A18443EE2}" destId="{DCA78C46-6F57-470C-83B6-799530BBBD56}" srcOrd="3" destOrd="0" parTransId="{B5EA9BC3-F7C1-48A3-8266-9CCF458A77F2}" sibTransId="{C6F2594C-F58B-4E12-BA78-0B9F5C37EBDE}"/>
    <dgm:cxn modelId="{984B7DCC-5DFC-4336-9096-A75C0FF14EE6}" type="presOf" srcId="{ED55F4CD-8132-44BD-97E1-8A23848FCA40}" destId="{1B5E91F9-EB89-45B9-A2CC-3404B43F97C4}" srcOrd="0" destOrd="0" presId="urn:microsoft.com/office/officeart/2018/2/layout/IconVerticalSolidList"/>
    <dgm:cxn modelId="{CA9D4DD6-A39A-4E64-BCEE-267A3202DA52}" type="presOf" srcId="{DCA78C46-6F57-470C-83B6-799530BBBD56}" destId="{F174A43B-9C14-4FDD-971F-51EC89215046}" srcOrd="0" destOrd="0" presId="urn:microsoft.com/office/officeart/2018/2/layout/IconVerticalSolidList"/>
    <dgm:cxn modelId="{6CA450DF-3DC7-4114-BD87-37C9E67B21EF}" type="presParOf" srcId="{C40603DF-9EA9-4856-8096-A8B2DD10E83B}" destId="{7969C07C-FB0A-4515-8F9E-30D62CEC962D}" srcOrd="0" destOrd="0" presId="urn:microsoft.com/office/officeart/2018/2/layout/IconVerticalSolidList"/>
    <dgm:cxn modelId="{930BFE7F-9BEA-41B1-A1B3-A490D49978AB}" type="presParOf" srcId="{7969C07C-FB0A-4515-8F9E-30D62CEC962D}" destId="{4FA07162-A103-4DC4-A3B4-DF3E1813BB01}" srcOrd="0" destOrd="0" presId="urn:microsoft.com/office/officeart/2018/2/layout/IconVerticalSolidList"/>
    <dgm:cxn modelId="{DBCB6975-51A6-4FB5-B3FD-849F41262B63}" type="presParOf" srcId="{7969C07C-FB0A-4515-8F9E-30D62CEC962D}" destId="{29BBDE88-B98B-46F6-AB40-747215DC2C11}" srcOrd="1" destOrd="0" presId="urn:microsoft.com/office/officeart/2018/2/layout/IconVerticalSolidList"/>
    <dgm:cxn modelId="{2301AFF0-1856-41D0-9063-A59616129B58}" type="presParOf" srcId="{7969C07C-FB0A-4515-8F9E-30D62CEC962D}" destId="{AE97FEEE-F306-4736-870C-E593870EEC2A}" srcOrd="2" destOrd="0" presId="urn:microsoft.com/office/officeart/2018/2/layout/IconVerticalSolidList"/>
    <dgm:cxn modelId="{C66E3D19-A617-4EEA-8F88-4E0FF869821D}" type="presParOf" srcId="{7969C07C-FB0A-4515-8F9E-30D62CEC962D}" destId="{1B5E91F9-EB89-45B9-A2CC-3404B43F97C4}" srcOrd="3" destOrd="0" presId="urn:microsoft.com/office/officeart/2018/2/layout/IconVerticalSolidList"/>
    <dgm:cxn modelId="{119D34E9-1A30-4289-912E-B6EA91E40303}" type="presParOf" srcId="{C40603DF-9EA9-4856-8096-A8B2DD10E83B}" destId="{A79CC512-8C93-42C2-A919-DE31295D834E}" srcOrd="1" destOrd="0" presId="urn:microsoft.com/office/officeart/2018/2/layout/IconVerticalSolidList"/>
    <dgm:cxn modelId="{BB0980AF-BFD5-4E5B-9753-385095756338}" type="presParOf" srcId="{C40603DF-9EA9-4856-8096-A8B2DD10E83B}" destId="{6E1C44D3-DCFC-4EDE-B58A-E4E9C8D29E2D}" srcOrd="2" destOrd="0" presId="urn:microsoft.com/office/officeart/2018/2/layout/IconVerticalSolidList"/>
    <dgm:cxn modelId="{111E21CD-A177-4E03-9B21-B79347C28336}" type="presParOf" srcId="{6E1C44D3-DCFC-4EDE-B58A-E4E9C8D29E2D}" destId="{984AE34D-8637-4B53-AA9D-25B95DBCC163}" srcOrd="0" destOrd="0" presId="urn:microsoft.com/office/officeart/2018/2/layout/IconVerticalSolidList"/>
    <dgm:cxn modelId="{8A16F325-D35C-4517-9D53-16249EE8B250}" type="presParOf" srcId="{6E1C44D3-DCFC-4EDE-B58A-E4E9C8D29E2D}" destId="{30DC25F0-7C58-47B3-AA62-B6A1F0D28B24}" srcOrd="1" destOrd="0" presId="urn:microsoft.com/office/officeart/2018/2/layout/IconVerticalSolidList"/>
    <dgm:cxn modelId="{7E017B3A-9CF9-46A4-97EA-9E8EA21058E1}" type="presParOf" srcId="{6E1C44D3-DCFC-4EDE-B58A-E4E9C8D29E2D}" destId="{64027ABC-3E3B-4C4A-9A09-CA12E75DEBB2}" srcOrd="2" destOrd="0" presId="urn:microsoft.com/office/officeart/2018/2/layout/IconVerticalSolidList"/>
    <dgm:cxn modelId="{433A137D-F3AC-49F9-ABD0-E6FBB47783A3}" type="presParOf" srcId="{6E1C44D3-DCFC-4EDE-B58A-E4E9C8D29E2D}" destId="{BA1AF5A9-DEBD-48BD-80FE-E77FCA44EB6E}" srcOrd="3" destOrd="0" presId="urn:microsoft.com/office/officeart/2018/2/layout/IconVerticalSolidList"/>
    <dgm:cxn modelId="{6EBC584E-C086-424F-B62C-1CEFF135917D}" type="presParOf" srcId="{C40603DF-9EA9-4856-8096-A8B2DD10E83B}" destId="{5D984259-96C4-4CA6-A9E3-FD60C9B6960D}" srcOrd="3" destOrd="0" presId="urn:microsoft.com/office/officeart/2018/2/layout/IconVerticalSolidList"/>
    <dgm:cxn modelId="{48905F71-FD7B-4377-B0E3-4A3BB8730768}" type="presParOf" srcId="{C40603DF-9EA9-4856-8096-A8B2DD10E83B}" destId="{C189DEE6-EE4E-4367-816B-34801258D7F7}" srcOrd="4" destOrd="0" presId="urn:microsoft.com/office/officeart/2018/2/layout/IconVerticalSolidList"/>
    <dgm:cxn modelId="{8CEC2618-8C0B-4FE6-8289-7B530B0ABBD0}" type="presParOf" srcId="{C189DEE6-EE4E-4367-816B-34801258D7F7}" destId="{1638CF64-497D-451D-BB37-E7E0AF1839C0}" srcOrd="0" destOrd="0" presId="urn:microsoft.com/office/officeart/2018/2/layout/IconVerticalSolidList"/>
    <dgm:cxn modelId="{CBFD8E87-4443-4A1C-AF3D-0F531837E078}" type="presParOf" srcId="{C189DEE6-EE4E-4367-816B-34801258D7F7}" destId="{EA2D2C54-4BBC-4A76-A107-99138210D9B1}" srcOrd="1" destOrd="0" presId="urn:microsoft.com/office/officeart/2018/2/layout/IconVerticalSolidList"/>
    <dgm:cxn modelId="{18126B88-2095-482F-96EB-CA1DA2F9341B}" type="presParOf" srcId="{C189DEE6-EE4E-4367-816B-34801258D7F7}" destId="{2BFA29C5-32D3-4273-8793-1F7B104AC0E4}" srcOrd="2" destOrd="0" presId="urn:microsoft.com/office/officeart/2018/2/layout/IconVerticalSolidList"/>
    <dgm:cxn modelId="{C20861F1-D041-4682-9019-B0FFA20975C4}" type="presParOf" srcId="{C189DEE6-EE4E-4367-816B-34801258D7F7}" destId="{896F290C-796E-4180-914D-8F214B175D0D}" srcOrd="3" destOrd="0" presId="urn:microsoft.com/office/officeart/2018/2/layout/IconVerticalSolidList"/>
    <dgm:cxn modelId="{8785FD86-25CE-43F6-BD40-9C0457E739F2}" type="presParOf" srcId="{C40603DF-9EA9-4856-8096-A8B2DD10E83B}" destId="{E19F9F2D-6A1E-4B8B-857C-35D199466472}" srcOrd="5" destOrd="0" presId="urn:microsoft.com/office/officeart/2018/2/layout/IconVerticalSolidList"/>
    <dgm:cxn modelId="{532BCE50-916C-4944-A4A7-C6C6E3EDDDC0}" type="presParOf" srcId="{C40603DF-9EA9-4856-8096-A8B2DD10E83B}" destId="{BE7C45B5-CAA5-4C81-BF81-AEDE2735691A}" srcOrd="6" destOrd="0" presId="urn:microsoft.com/office/officeart/2018/2/layout/IconVerticalSolidList"/>
    <dgm:cxn modelId="{D3CE2CEB-5EAE-40B9-A706-F6FFF06D6B3E}" type="presParOf" srcId="{BE7C45B5-CAA5-4C81-BF81-AEDE2735691A}" destId="{3904BE01-B791-4426-AB32-24A12C0F56FE}" srcOrd="0" destOrd="0" presId="urn:microsoft.com/office/officeart/2018/2/layout/IconVerticalSolidList"/>
    <dgm:cxn modelId="{8B69E55D-BF16-4200-AF78-A411B7282A6E}" type="presParOf" srcId="{BE7C45B5-CAA5-4C81-BF81-AEDE2735691A}" destId="{AE33D221-9BF9-4C0A-8C8F-F86AB548DBD2}" srcOrd="1" destOrd="0" presId="urn:microsoft.com/office/officeart/2018/2/layout/IconVerticalSolidList"/>
    <dgm:cxn modelId="{E48D0E81-56BA-4CCA-8428-59602EC53C50}" type="presParOf" srcId="{BE7C45B5-CAA5-4C81-BF81-AEDE2735691A}" destId="{BD147836-E900-4E1D-8C1F-04895FC11848}" srcOrd="2" destOrd="0" presId="urn:microsoft.com/office/officeart/2018/2/layout/IconVerticalSolidList"/>
    <dgm:cxn modelId="{91C9E122-0166-4E1D-924F-1440FEEB3300}" type="presParOf" srcId="{BE7C45B5-CAA5-4C81-BF81-AEDE2735691A}" destId="{F174A43B-9C14-4FDD-971F-51EC8921504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487D170-CDAF-4438-86A3-07A7404DC621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C59E836-EEF4-4349-BCCA-1227A7490078}">
      <dgm:prSet/>
      <dgm:spPr/>
      <dgm:t>
        <a:bodyPr/>
        <a:lstStyle/>
        <a:p>
          <a:r>
            <a:rPr lang="en-US"/>
            <a:t>Faster development</a:t>
          </a:r>
        </a:p>
      </dgm:t>
    </dgm:pt>
    <dgm:pt modelId="{4CC1096B-C342-41D1-B78B-8C3DF1BC60EC}" type="parTrans" cxnId="{E65FE2A8-A35C-495B-8475-8875543E89CF}">
      <dgm:prSet/>
      <dgm:spPr/>
      <dgm:t>
        <a:bodyPr/>
        <a:lstStyle/>
        <a:p>
          <a:endParaRPr lang="en-US"/>
        </a:p>
      </dgm:t>
    </dgm:pt>
    <dgm:pt modelId="{DB4C3E1B-520B-482F-86F5-D2C7C53E899B}" type="sibTrans" cxnId="{E65FE2A8-A35C-495B-8475-8875543E89CF}">
      <dgm:prSet/>
      <dgm:spPr/>
      <dgm:t>
        <a:bodyPr/>
        <a:lstStyle/>
        <a:p>
          <a:endParaRPr lang="en-US"/>
        </a:p>
      </dgm:t>
    </dgm:pt>
    <dgm:pt modelId="{C3EBB582-DA38-499B-AE55-823A97545D09}">
      <dgm:prSet/>
      <dgm:spPr/>
      <dgm:t>
        <a:bodyPr/>
        <a:lstStyle/>
        <a:p>
          <a:r>
            <a:rPr lang="en-US"/>
            <a:t>Natural language to code conversion</a:t>
          </a:r>
        </a:p>
      </dgm:t>
    </dgm:pt>
    <dgm:pt modelId="{38600576-92B8-4FB8-B144-C277B25B6569}" type="parTrans" cxnId="{01889A22-E68B-4954-AFDB-289FCD4F7EFB}">
      <dgm:prSet/>
      <dgm:spPr/>
      <dgm:t>
        <a:bodyPr/>
        <a:lstStyle/>
        <a:p>
          <a:endParaRPr lang="en-US"/>
        </a:p>
      </dgm:t>
    </dgm:pt>
    <dgm:pt modelId="{F63CEAB0-C245-47E6-B15B-43B8C1E2AA96}" type="sibTrans" cxnId="{01889A22-E68B-4954-AFDB-289FCD4F7EFB}">
      <dgm:prSet/>
      <dgm:spPr/>
      <dgm:t>
        <a:bodyPr/>
        <a:lstStyle/>
        <a:p>
          <a:endParaRPr lang="en-US"/>
        </a:p>
      </dgm:t>
    </dgm:pt>
    <dgm:pt modelId="{22EF4C43-6770-4A8B-93B1-C3767D16E1D3}">
      <dgm:prSet/>
      <dgm:spPr/>
      <dgm:t>
        <a:bodyPr/>
        <a:lstStyle/>
        <a:p>
          <a:r>
            <a:rPr lang="en-US"/>
            <a:t>Backend optimization</a:t>
          </a:r>
        </a:p>
      </dgm:t>
    </dgm:pt>
    <dgm:pt modelId="{FDF98054-AA19-4A2F-873F-4877ED0DCA2D}" type="parTrans" cxnId="{74898C85-0190-4EC9-964B-8A9E1B51C6EF}">
      <dgm:prSet/>
      <dgm:spPr/>
      <dgm:t>
        <a:bodyPr/>
        <a:lstStyle/>
        <a:p>
          <a:endParaRPr lang="en-US"/>
        </a:p>
      </dgm:t>
    </dgm:pt>
    <dgm:pt modelId="{241CE644-7A6E-4F67-962F-13D87FF45632}" type="sibTrans" cxnId="{74898C85-0190-4EC9-964B-8A9E1B51C6EF}">
      <dgm:prSet/>
      <dgm:spPr/>
      <dgm:t>
        <a:bodyPr/>
        <a:lstStyle/>
        <a:p>
          <a:endParaRPr lang="en-US"/>
        </a:p>
      </dgm:t>
    </dgm:pt>
    <dgm:pt modelId="{9122C3BD-16D5-478F-A33D-0CB3E96C0487}">
      <dgm:prSet/>
      <dgm:spPr/>
      <dgm:t>
        <a:bodyPr/>
        <a:lstStyle/>
        <a:p>
          <a:r>
            <a:rPr lang="en-US"/>
            <a:t>End-to-end testing &amp; deployment</a:t>
          </a:r>
        </a:p>
      </dgm:t>
    </dgm:pt>
    <dgm:pt modelId="{9DDD808B-1BFF-44B2-8FD0-DF766630E52E}" type="parTrans" cxnId="{BBA9FE40-1883-43AD-AF03-C17926019649}">
      <dgm:prSet/>
      <dgm:spPr/>
      <dgm:t>
        <a:bodyPr/>
        <a:lstStyle/>
        <a:p>
          <a:endParaRPr lang="en-US"/>
        </a:p>
      </dgm:t>
    </dgm:pt>
    <dgm:pt modelId="{EF25FAAA-4A66-4712-BD7E-529CA52E5EBB}" type="sibTrans" cxnId="{BBA9FE40-1883-43AD-AF03-C17926019649}">
      <dgm:prSet/>
      <dgm:spPr/>
      <dgm:t>
        <a:bodyPr/>
        <a:lstStyle/>
        <a:p>
          <a:endParaRPr lang="en-US"/>
        </a:p>
      </dgm:t>
    </dgm:pt>
    <dgm:pt modelId="{0370F1AF-D2DC-4C0A-A9CB-BAADBACC61FD}">
      <dgm:prSet/>
      <dgm:spPr/>
      <dgm:t>
        <a:bodyPr/>
        <a:lstStyle/>
        <a:p>
          <a:r>
            <a:rPr lang="en-US"/>
            <a:t>Real-time analytics</a:t>
          </a:r>
        </a:p>
      </dgm:t>
    </dgm:pt>
    <dgm:pt modelId="{1FACB966-9ADC-4690-9EFF-DD10B9F4863F}" type="parTrans" cxnId="{9B863DF3-1231-4D11-A17B-FA0EAEC796E0}">
      <dgm:prSet/>
      <dgm:spPr/>
      <dgm:t>
        <a:bodyPr/>
        <a:lstStyle/>
        <a:p>
          <a:endParaRPr lang="en-US"/>
        </a:p>
      </dgm:t>
    </dgm:pt>
    <dgm:pt modelId="{A117807A-8996-4523-9BE6-16344FF9B870}" type="sibTrans" cxnId="{9B863DF3-1231-4D11-A17B-FA0EAEC796E0}">
      <dgm:prSet/>
      <dgm:spPr/>
      <dgm:t>
        <a:bodyPr/>
        <a:lstStyle/>
        <a:p>
          <a:endParaRPr lang="en-US"/>
        </a:p>
      </dgm:t>
    </dgm:pt>
    <dgm:pt modelId="{7D702946-A6CA-4CAF-92D3-70F6983B9FD6}">
      <dgm:prSet/>
      <dgm:spPr/>
      <dgm:t>
        <a:bodyPr/>
        <a:lstStyle/>
        <a:p>
          <a:r>
            <a:rPr lang="en-US"/>
            <a:t>AI-driven security</a:t>
          </a:r>
        </a:p>
      </dgm:t>
    </dgm:pt>
    <dgm:pt modelId="{E7C49420-2BAF-4B6F-8E27-796A6D10066B}" type="parTrans" cxnId="{D1479CD6-F261-4F8D-8792-787821561DFB}">
      <dgm:prSet/>
      <dgm:spPr/>
      <dgm:t>
        <a:bodyPr/>
        <a:lstStyle/>
        <a:p>
          <a:endParaRPr lang="en-US"/>
        </a:p>
      </dgm:t>
    </dgm:pt>
    <dgm:pt modelId="{350159C6-36C6-4C77-AD53-782ED7307503}" type="sibTrans" cxnId="{D1479CD6-F261-4F8D-8792-787821561DFB}">
      <dgm:prSet/>
      <dgm:spPr/>
      <dgm:t>
        <a:bodyPr/>
        <a:lstStyle/>
        <a:p>
          <a:endParaRPr lang="en-US"/>
        </a:p>
      </dgm:t>
    </dgm:pt>
    <dgm:pt modelId="{FDE60F28-7F19-45DD-B1CD-0417B0811211}">
      <dgm:prSet/>
      <dgm:spPr/>
      <dgm:t>
        <a:bodyPr/>
        <a:lstStyle/>
        <a:p>
          <a:r>
            <a:rPr lang="en-US"/>
            <a:t>"These benefits improve both developer productivity and user experience."</a:t>
          </a:r>
        </a:p>
      </dgm:t>
    </dgm:pt>
    <dgm:pt modelId="{CC85F744-90F7-4657-8D85-4A8B6BAC843D}" type="parTrans" cxnId="{634B410C-4244-40B8-8909-225FAC20A477}">
      <dgm:prSet/>
      <dgm:spPr/>
      <dgm:t>
        <a:bodyPr/>
        <a:lstStyle/>
        <a:p>
          <a:endParaRPr lang="en-US"/>
        </a:p>
      </dgm:t>
    </dgm:pt>
    <dgm:pt modelId="{497AF100-A569-4BB1-A3FC-5FA8822F38D8}" type="sibTrans" cxnId="{634B410C-4244-40B8-8909-225FAC20A477}">
      <dgm:prSet/>
      <dgm:spPr/>
      <dgm:t>
        <a:bodyPr/>
        <a:lstStyle/>
        <a:p>
          <a:endParaRPr lang="en-US"/>
        </a:p>
      </dgm:t>
    </dgm:pt>
    <dgm:pt modelId="{1B974E51-0026-44ED-96CB-64E6DC562E48}" type="pres">
      <dgm:prSet presAssocID="{5487D170-CDAF-4438-86A3-07A7404DC621}" presName="diagram" presStyleCnt="0">
        <dgm:presLayoutVars>
          <dgm:dir/>
          <dgm:resizeHandles val="exact"/>
        </dgm:presLayoutVars>
      </dgm:prSet>
      <dgm:spPr/>
    </dgm:pt>
    <dgm:pt modelId="{B6B3B346-329A-40B2-9FF7-983E0E44E0FE}" type="pres">
      <dgm:prSet presAssocID="{6C59E836-EEF4-4349-BCCA-1227A7490078}" presName="node" presStyleLbl="node1" presStyleIdx="0" presStyleCnt="7">
        <dgm:presLayoutVars>
          <dgm:bulletEnabled val="1"/>
        </dgm:presLayoutVars>
      </dgm:prSet>
      <dgm:spPr/>
    </dgm:pt>
    <dgm:pt modelId="{0B4A5CD2-3843-4FBE-B1CA-F9B5F7528396}" type="pres">
      <dgm:prSet presAssocID="{DB4C3E1B-520B-482F-86F5-D2C7C53E899B}" presName="sibTrans" presStyleCnt="0"/>
      <dgm:spPr/>
    </dgm:pt>
    <dgm:pt modelId="{F6C89685-5B18-4C58-B22A-AADB64A385B5}" type="pres">
      <dgm:prSet presAssocID="{C3EBB582-DA38-499B-AE55-823A97545D09}" presName="node" presStyleLbl="node1" presStyleIdx="1" presStyleCnt="7">
        <dgm:presLayoutVars>
          <dgm:bulletEnabled val="1"/>
        </dgm:presLayoutVars>
      </dgm:prSet>
      <dgm:spPr/>
    </dgm:pt>
    <dgm:pt modelId="{22A5860B-EC88-47FD-B3A5-4590AF7B7113}" type="pres">
      <dgm:prSet presAssocID="{F63CEAB0-C245-47E6-B15B-43B8C1E2AA96}" presName="sibTrans" presStyleCnt="0"/>
      <dgm:spPr/>
    </dgm:pt>
    <dgm:pt modelId="{7E9DAF7F-593C-49E6-87AC-64CC25FF35AE}" type="pres">
      <dgm:prSet presAssocID="{22EF4C43-6770-4A8B-93B1-C3767D16E1D3}" presName="node" presStyleLbl="node1" presStyleIdx="2" presStyleCnt="7">
        <dgm:presLayoutVars>
          <dgm:bulletEnabled val="1"/>
        </dgm:presLayoutVars>
      </dgm:prSet>
      <dgm:spPr/>
    </dgm:pt>
    <dgm:pt modelId="{D716F210-5040-4C27-82ED-E4AD6480A480}" type="pres">
      <dgm:prSet presAssocID="{241CE644-7A6E-4F67-962F-13D87FF45632}" presName="sibTrans" presStyleCnt="0"/>
      <dgm:spPr/>
    </dgm:pt>
    <dgm:pt modelId="{5570DDD4-603B-4067-99D5-A57A535A42C7}" type="pres">
      <dgm:prSet presAssocID="{9122C3BD-16D5-478F-A33D-0CB3E96C0487}" presName="node" presStyleLbl="node1" presStyleIdx="3" presStyleCnt="7">
        <dgm:presLayoutVars>
          <dgm:bulletEnabled val="1"/>
        </dgm:presLayoutVars>
      </dgm:prSet>
      <dgm:spPr/>
    </dgm:pt>
    <dgm:pt modelId="{49DE9342-FEC3-4EBC-9A40-95B3257179CD}" type="pres">
      <dgm:prSet presAssocID="{EF25FAAA-4A66-4712-BD7E-529CA52E5EBB}" presName="sibTrans" presStyleCnt="0"/>
      <dgm:spPr/>
    </dgm:pt>
    <dgm:pt modelId="{4BD1D965-DE9E-4DBA-BE5D-DD8CDA2D4C59}" type="pres">
      <dgm:prSet presAssocID="{0370F1AF-D2DC-4C0A-A9CB-BAADBACC61FD}" presName="node" presStyleLbl="node1" presStyleIdx="4" presStyleCnt="7">
        <dgm:presLayoutVars>
          <dgm:bulletEnabled val="1"/>
        </dgm:presLayoutVars>
      </dgm:prSet>
      <dgm:spPr/>
    </dgm:pt>
    <dgm:pt modelId="{478CD464-761B-47BA-A948-E711458A6564}" type="pres">
      <dgm:prSet presAssocID="{A117807A-8996-4523-9BE6-16344FF9B870}" presName="sibTrans" presStyleCnt="0"/>
      <dgm:spPr/>
    </dgm:pt>
    <dgm:pt modelId="{E25DEFF7-4AED-440F-AB1C-D796708B2361}" type="pres">
      <dgm:prSet presAssocID="{7D702946-A6CA-4CAF-92D3-70F6983B9FD6}" presName="node" presStyleLbl="node1" presStyleIdx="5" presStyleCnt="7">
        <dgm:presLayoutVars>
          <dgm:bulletEnabled val="1"/>
        </dgm:presLayoutVars>
      </dgm:prSet>
      <dgm:spPr/>
    </dgm:pt>
    <dgm:pt modelId="{F9D15A67-97A2-43AB-A5B1-69D2A9754C40}" type="pres">
      <dgm:prSet presAssocID="{350159C6-36C6-4C77-AD53-782ED7307503}" presName="sibTrans" presStyleCnt="0"/>
      <dgm:spPr/>
    </dgm:pt>
    <dgm:pt modelId="{C25BB4D0-EFF9-449D-83F6-01FA7E121AD4}" type="pres">
      <dgm:prSet presAssocID="{FDE60F28-7F19-45DD-B1CD-0417B0811211}" presName="node" presStyleLbl="node1" presStyleIdx="6" presStyleCnt="7">
        <dgm:presLayoutVars>
          <dgm:bulletEnabled val="1"/>
        </dgm:presLayoutVars>
      </dgm:prSet>
      <dgm:spPr/>
    </dgm:pt>
  </dgm:ptLst>
  <dgm:cxnLst>
    <dgm:cxn modelId="{74B6FA04-B5B8-403D-AFB4-304F74AF7691}" type="presOf" srcId="{0370F1AF-D2DC-4C0A-A9CB-BAADBACC61FD}" destId="{4BD1D965-DE9E-4DBA-BE5D-DD8CDA2D4C59}" srcOrd="0" destOrd="0" presId="urn:microsoft.com/office/officeart/2005/8/layout/default"/>
    <dgm:cxn modelId="{634B410C-4244-40B8-8909-225FAC20A477}" srcId="{5487D170-CDAF-4438-86A3-07A7404DC621}" destId="{FDE60F28-7F19-45DD-B1CD-0417B0811211}" srcOrd="6" destOrd="0" parTransId="{CC85F744-90F7-4657-8D85-4A8B6BAC843D}" sibTransId="{497AF100-A569-4BB1-A3FC-5FA8822F38D8}"/>
    <dgm:cxn modelId="{01889A22-E68B-4954-AFDB-289FCD4F7EFB}" srcId="{5487D170-CDAF-4438-86A3-07A7404DC621}" destId="{C3EBB582-DA38-499B-AE55-823A97545D09}" srcOrd="1" destOrd="0" parTransId="{38600576-92B8-4FB8-B144-C277B25B6569}" sibTransId="{F63CEAB0-C245-47E6-B15B-43B8C1E2AA96}"/>
    <dgm:cxn modelId="{895B6734-F05B-48C7-91A4-0E49F133EDF2}" type="presOf" srcId="{FDE60F28-7F19-45DD-B1CD-0417B0811211}" destId="{C25BB4D0-EFF9-449D-83F6-01FA7E121AD4}" srcOrd="0" destOrd="0" presId="urn:microsoft.com/office/officeart/2005/8/layout/default"/>
    <dgm:cxn modelId="{BBA9FE40-1883-43AD-AF03-C17926019649}" srcId="{5487D170-CDAF-4438-86A3-07A7404DC621}" destId="{9122C3BD-16D5-478F-A33D-0CB3E96C0487}" srcOrd="3" destOrd="0" parTransId="{9DDD808B-1BFF-44B2-8FD0-DF766630E52E}" sibTransId="{EF25FAAA-4A66-4712-BD7E-529CA52E5EBB}"/>
    <dgm:cxn modelId="{25D24E61-A36B-43C0-AF65-9E54CB54839F}" type="presOf" srcId="{5487D170-CDAF-4438-86A3-07A7404DC621}" destId="{1B974E51-0026-44ED-96CB-64E6DC562E48}" srcOrd="0" destOrd="0" presId="urn:microsoft.com/office/officeart/2005/8/layout/default"/>
    <dgm:cxn modelId="{74898C85-0190-4EC9-964B-8A9E1B51C6EF}" srcId="{5487D170-CDAF-4438-86A3-07A7404DC621}" destId="{22EF4C43-6770-4A8B-93B1-C3767D16E1D3}" srcOrd="2" destOrd="0" parTransId="{FDF98054-AA19-4A2F-873F-4877ED0DCA2D}" sibTransId="{241CE644-7A6E-4F67-962F-13D87FF45632}"/>
    <dgm:cxn modelId="{E65FE2A8-A35C-495B-8475-8875543E89CF}" srcId="{5487D170-CDAF-4438-86A3-07A7404DC621}" destId="{6C59E836-EEF4-4349-BCCA-1227A7490078}" srcOrd="0" destOrd="0" parTransId="{4CC1096B-C342-41D1-B78B-8C3DF1BC60EC}" sibTransId="{DB4C3E1B-520B-482F-86F5-D2C7C53E899B}"/>
    <dgm:cxn modelId="{26C068B1-178F-42E0-9C24-668FD55DC9FE}" type="presOf" srcId="{22EF4C43-6770-4A8B-93B1-C3767D16E1D3}" destId="{7E9DAF7F-593C-49E6-87AC-64CC25FF35AE}" srcOrd="0" destOrd="0" presId="urn:microsoft.com/office/officeart/2005/8/layout/default"/>
    <dgm:cxn modelId="{CFEF74C4-E42E-4874-9C57-EBF7B061C1C1}" type="presOf" srcId="{9122C3BD-16D5-478F-A33D-0CB3E96C0487}" destId="{5570DDD4-603B-4067-99D5-A57A535A42C7}" srcOrd="0" destOrd="0" presId="urn:microsoft.com/office/officeart/2005/8/layout/default"/>
    <dgm:cxn modelId="{B2A058C9-63C5-4AD1-828F-7167E8D62E8B}" type="presOf" srcId="{C3EBB582-DA38-499B-AE55-823A97545D09}" destId="{F6C89685-5B18-4C58-B22A-AADB64A385B5}" srcOrd="0" destOrd="0" presId="urn:microsoft.com/office/officeart/2005/8/layout/default"/>
    <dgm:cxn modelId="{D1479CD6-F261-4F8D-8792-787821561DFB}" srcId="{5487D170-CDAF-4438-86A3-07A7404DC621}" destId="{7D702946-A6CA-4CAF-92D3-70F6983B9FD6}" srcOrd="5" destOrd="0" parTransId="{E7C49420-2BAF-4B6F-8E27-796A6D10066B}" sibTransId="{350159C6-36C6-4C77-AD53-782ED7307503}"/>
    <dgm:cxn modelId="{E2582EE7-4F2F-4CFF-83BA-AA18EA682038}" type="presOf" srcId="{6C59E836-EEF4-4349-BCCA-1227A7490078}" destId="{B6B3B346-329A-40B2-9FF7-983E0E44E0FE}" srcOrd="0" destOrd="0" presId="urn:microsoft.com/office/officeart/2005/8/layout/default"/>
    <dgm:cxn modelId="{9B863DF3-1231-4D11-A17B-FA0EAEC796E0}" srcId="{5487D170-CDAF-4438-86A3-07A7404DC621}" destId="{0370F1AF-D2DC-4C0A-A9CB-BAADBACC61FD}" srcOrd="4" destOrd="0" parTransId="{1FACB966-9ADC-4690-9EFF-DD10B9F4863F}" sibTransId="{A117807A-8996-4523-9BE6-16344FF9B870}"/>
    <dgm:cxn modelId="{90E412F4-EFD6-499F-878E-7E2F127366B8}" type="presOf" srcId="{7D702946-A6CA-4CAF-92D3-70F6983B9FD6}" destId="{E25DEFF7-4AED-440F-AB1C-D796708B2361}" srcOrd="0" destOrd="0" presId="urn:microsoft.com/office/officeart/2005/8/layout/default"/>
    <dgm:cxn modelId="{16F4872B-0B60-49B8-A3A8-7993350EF2E8}" type="presParOf" srcId="{1B974E51-0026-44ED-96CB-64E6DC562E48}" destId="{B6B3B346-329A-40B2-9FF7-983E0E44E0FE}" srcOrd="0" destOrd="0" presId="urn:microsoft.com/office/officeart/2005/8/layout/default"/>
    <dgm:cxn modelId="{1F6E4CF5-EDF4-4C6B-A2E2-269F1A7F12E1}" type="presParOf" srcId="{1B974E51-0026-44ED-96CB-64E6DC562E48}" destId="{0B4A5CD2-3843-4FBE-B1CA-F9B5F7528396}" srcOrd="1" destOrd="0" presId="urn:microsoft.com/office/officeart/2005/8/layout/default"/>
    <dgm:cxn modelId="{B9DB7313-3256-4BD7-8130-1988EE38E477}" type="presParOf" srcId="{1B974E51-0026-44ED-96CB-64E6DC562E48}" destId="{F6C89685-5B18-4C58-B22A-AADB64A385B5}" srcOrd="2" destOrd="0" presId="urn:microsoft.com/office/officeart/2005/8/layout/default"/>
    <dgm:cxn modelId="{FF111E0E-6761-4A1A-8173-8A837826E72F}" type="presParOf" srcId="{1B974E51-0026-44ED-96CB-64E6DC562E48}" destId="{22A5860B-EC88-47FD-B3A5-4590AF7B7113}" srcOrd="3" destOrd="0" presId="urn:microsoft.com/office/officeart/2005/8/layout/default"/>
    <dgm:cxn modelId="{3C3773CD-F318-4861-AF6E-A01517487B91}" type="presParOf" srcId="{1B974E51-0026-44ED-96CB-64E6DC562E48}" destId="{7E9DAF7F-593C-49E6-87AC-64CC25FF35AE}" srcOrd="4" destOrd="0" presId="urn:microsoft.com/office/officeart/2005/8/layout/default"/>
    <dgm:cxn modelId="{C81F540D-991D-41B7-9E47-C74567CD5100}" type="presParOf" srcId="{1B974E51-0026-44ED-96CB-64E6DC562E48}" destId="{D716F210-5040-4C27-82ED-E4AD6480A480}" srcOrd="5" destOrd="0" presId="urn:microsoft.com/office/officeart/2005/8/layout/default"/>
    <dgm:cxn modelId="{108C2625-23BF-4FE4-8C28-06EBF801085B}" type="presParOf" srcId="{1B974E51-0026-44ED-96CB-64E6DC562E48}" destId="{5570DDD4-603B-4067-99D5-A57A535A42C7}" srcOrd="6" destOrd="0" presId="urn:microsoft.com/office/officeart/2005/8/layout/default"/>
    <dgm:cxn modelId="{131C67D4-D902-42D5-BD86-DE675D7F65D3}" type="presParOf" srcId="{1B974E51-0026-44ED-96CB-64E6DC562E48}" destId="{49DE9342-FEC3-4EBC-9A40-95B3257179CD}" srcOrd="7" destOrd="0" presId="urn:microsoft.com/office/officeart/2005/8/layout/default"/>
    <dgm:cxn modelId="{3CA4A95A-D51F-42F5-85C2-A3EE8A09C056}" type="presParOf" srcId="{1B974E51-0026-44ED-96CB-64E6DC562E48}" destId="{4BD1D965-DE9E-4DBA-BE5D-DD8CDA2D4C59}" srcOrd="8" destOrd="0" presId="urn:microsoft.com/office/officeart/2005/8/layout/default"/>
    <dgm:cxn modelId="{065F7656-5FED-4ECE-A6D7-D804C714C3F4}" type="presParOf" srcId="{1B974E51-0026-44ED-96CB-64E6DC562E48}" destId="{478CD464-761B-47BA-A948-E711458A6564}" srcOrd="9" destOrd="0" presId="urn:microsoft.com/office/officeart/2005/8/layout/default"/>
    <dgm:cxn modelId="{62D84123-55F0-4E6B-B206-12919AFEFAC0}" type="presParOf" srcId="{1B974E51-0026-44ED-96CB-64E6DC562E48}" destId="{E25DEFF7-4AED-440F-AB1C-D796708B2361}" srcOrd="10" destOrd="0" presId="urn:microsoft.com/office/officeart/2005/8/layout/default"/>
    <dgm:cxn modelId="{96465071-E8A8-45F9-8F79-A68FAC561F40}" type="presParOf" srcId="{1B974E51-0026-44ED-96CB-64E6DC562E48}" destId="{F9D15A67-97A2-43AB-A5B1-69D2A9754C40}" srcOrd="11" destOrd="0" presId="urn:microsoft.com/office/officeart/2005/8/layout/default"/>
    <dgm:cxn modelId="{529BF036-6A88-4A89-BB78-FD10C731F2FB}" type="presParOf" srcId="{1B974E51-0026-44ED-96CB-64E6DC562E48}" destId="{C25BB4D0-EFF9-449D-83F6-01FA7E121AD4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0601770-EA0B-43EC-91AB-3E8D75BDCE33}" type="doc">
      <dgm:prSet loTypeId="urn:microsoft.com/office/officeart/2005/8/layout/cycle8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7717FAB-1C1D-4AA5-A326-C0A7C5B5674B}">
      <dgm:prSet/>
      <dgm:spPr/>
      <dgm:t>
        <a:bodyPr/>
        <a:lstStyle/>
        <a:p>
          <a:r>
            <a:rPr lang="en-US"/>
            <a:t>Potential Collaborators:</a:t>
          </a:r>
        </a:p>
      </dgm:t>
    </dgm:pt>
    <dgm:pt modelId="{C4B77229-CBEE-4805-AF20-8700D1F08B54}" type="parTrans" cxnId="{22A09DB9-4235-4E9C-A984-AFCADD68AB5E}">
      <dgm:prSet/>
      <dgm:spPr/>
      <dgm:t>
        <a:bodyPr/>
        <a:lstStyle/>
        <a:p>
          <a:endParaRPr lang="en-US"/>
        </a:p>
      </dgm:t>
    </dgm:pt>
    <dgm:pt modelId="{15B2197B-9105-4988-82EB-3A8E12019A6F}" type="sibTrans" cxnId="{22A09DB9-4235-4E9C-A984-AFCADD68AB5E}">
      <dgm:prSet/>
      <dgm:spPr/>
      <dgm:t>
        <a:bodyPr/>
        <a:lstStyle/>
        <a:p>
          <a:endParaRPr lang="en-US"/>
        </a:p>
      </dgm:t>
    </dgm:pt>
    <dgm:pt modelId="{FEB8561F-71E4-4CDF-8219-5BBACC4D9E9E}">
      <dgm:prSet/>
      <dgm:spPr/>
      <dgm:t>
        <a:bodyPr/>
        <a:lstStyle/>
        <a:p>
          <a:r>
            <a:rPr lang="en-US"/>
            <a:t>GitHub (Copilot)</a:t>
          </a:r>
        </a:p>
      </dgm:t>
    </dgm:pt>
    <dgm:pt modelId="{986B1EB0-4111-4D1E-A8C0-04ED4D2DA96D}" type="parTrans" cxnId="{000F3FD4-A277-419B-B089-BADA5F255543}">
      <dgm:prSet/>
      <dgm:spPr/>
      <dgm:t>
        <a:bodyPr/>
        <a:lstStyle/>
        <a:p>
          <a:endParaRPr lang="en-US"/>
        </a:p>
      </dgm:t>
    </dgm:pt>
    <dgm:pt modelId="{4B361686-DB92-44F2-B966-75D251CE5689}" type="sibTrans" cxnId="{000F3FD4-A277-419B-B089-BADA5F255543}">
      <dgm:prSet/>
      <dgm:spPr/>
      <dgm:t>
        <a:bodyPr/>
        <a:lstStyle/>
        <a:p>
          <a:endParaRPr lang="en-US"/>
        </a:p>
      </dgm:t>
    </dgm:pt>
    <dgm:pt modelId="{7B00040B-700A-4FFF-AFA5-B736339ABAAC}">
      <dgm:prSet/>
      <dgm:spPr/>
      <dgm:t>
        <a:bodyPr/>
        <a:lstStyle/>
        <a:p>
          <a:r>
            <a:rPr lang="en-US"/>
            <a:t>JetBrains (IntelliJ, WebStorm)</a:t>
          </a:r>
        </a:p>
      </dgm:t>
    </dgm:pt>
    <dgm:pt modelId="{A7F96026-2493-4F90-9E1A-4CCFA15C2703}" type="parTrans" cxnId="{6EBC04E1-E436-4909-9540-36A18AA68FCC}">
      <dgm:prSet/>
      <dgm:spPr/>
      <dgm:t>
        <a:bodyPr/>
        <a:lstStyle/>
        <a:p>
          <a:endParaRPr lang="en-US"/>
        </a:p>
      </dgm:t>
    </dgm:pt>
    <dgm:pt modelId="{2437B8A4-8608-4F4C-B08C-98009B881512}" type="sibTrans" cxnId="{6EBC04E1-E436-4909-9540-36A18AA68FCC}">
      <dgm:prSet/>
      <dgm:spPr/>
      <dgm:t>
        <a:bodyPr/>
        <a:lstStyle/>
        <a:p>
          <a:endParaRPr lang="en-US"/>
        </a:p>
      </dgm:t>
    </dgm:pt>
    <dgm:pt modelId="{30F6231D-A78C-463F-AB13-15FB01C6C4A5}">
      <dgm:prSet/>
      <dgm:spPr/>
      <dgm:t>
        <a:bodyPr/>
        <a:lstStyle/>
        <a:p>
          <a:r>
            <a:rPr lang="en-US"/>
            <a:t>Atlassian (Jira, Bitbucket)</a:t>
          </a:r>
        </a:p>
      </dgm:t>
    </dgm:pt>
    <dgm:pt modelId="{19622BE2-961E-4DB0-988F-61727EDF4F30}" type="parTrans" cxnId="{CC3B12A2-BA04-4E1B-A211-E5A8681FF0B5}">
      <dgm:prSet/>
      <dgm:spPr/>
      <dgm:t>
        <a:bodyPr/>
        <a:lstStyle/>
        <a:p>
          <a:endParaRPr lang="en-US"/>
        </a:p>
      </dgm:t>
    </dgm:pt>
    <dgm:pt modelId="{5F21B1FD-EBD4-45A3-9AD1-E3B27D669040}" type="sibTrans" cxnId="{CC3B12A2-BA04-4E1B-A211-E5A8681FF0B5}">
      <dgm:prSet/>
      <dgm:spPr/>
      <dgm:t>
        <a:bodyPr/>
        <a:lstStyle/>
        <a:p>
          <a:endParaRPr lang="en-US"/>
        </a:p>
      </dgm:t>
    </dgm:pt>
    <dgm:pt modelId="{BD3A4394-48B5-454D-A30C-89D1CFF77BAA}">
      <dgm:prSet/>
      <dgm:spPr/>
      <dgm:t>
        <a:bodyPr/>
        <a:lstStyle/>
        <a:p>
          <a:r>
            <a:rPr lang="en-US"/>
            <a:t>"These industry leaders can help scale our system to reach professional development environments."</a:t>
          </a:r>
        </a:p>
      </dgm:t>
    </dgm:pt>
    <dgm:pt modelId="{BE25E043-D22F-493E-8DFB-98DBAD48B48E}" type="parTrans" cxnId="{37F68A17-4533-45AA-88DC-E0C3F06C63CF}">
      <dgm:prSet/>
      <dgm:spPr/>
      <dgm:t>
        <a:bodyPr/>
        <a:lstStyle/>
        <a:p>
          <a:endParaRPr lang="en-US"/>
        </a:p>
      </dgm:t>
    </dgm:pt>
    <dgm:pt modelId="{1D68461C-53CB-43F9-B71E-940265A5B016}" type="sibTrans" cxnId="{37F68A17-4533-45AA-88DC-E0C3F06C63CF}">
      <dgm:prSet/>
      <dgm:spPr/>
      <dgm:t>
        <a:bodyPr/>
        <a:lstStyle/>
        <a:p>
          <a:endParaRPr lang="en-US"/>
        </a:p>
      </dgm:t>
    </dgm:pt>
    <dgm:pt modelId="{0CADB7DD-57EE-4DB5-B91A-33B3347E32F2}" type="pres">
      <dgm:prSet presAssocID="{60601770-EA0B-43EC-91AB-3E8D75BDCE33}" presName="compositeShape" presStyleCnt="0">
        <dgm:presLayoutVars>
          <dgm:chMax val="7"/>
          <dgm:dir/>
          <dgm:resizeHandles val="exact"/>
        </dgm:presLayoutVars>
      </dgm:prSet>
      <dgm:spPr/>
    </dgm:pt>
    <dgm:pt modelId="{2F075A70-6E08-4189-91B1-928381206661}" type="pres">
      <dgm:prSet presAssocID="{60601770-EA0B-43EC-91AB-3E8D75BDCE33}" presName="wedge1" presStyleLbl="node1" presStyleIdx="0" presStyleCnt="5"/>
      <dgm:spPr/>
    </dgm:pt>
    <dgm:pt modelId="{589CB848-B061-465C-9C03-299721B30770}" type="pres">
      <dgm:prSet presAssocID="{60601770-EA0B-43EC-91AB-3E8D75BDCE33}" presName="dummy1a" presStyleCnt="0"/>
      <dgm:spPr/>
    </dgm:pt>
    <dgm:pt modelId="{2F3CC0EC-B692-4F15-B55E-527F1D88089D}" type="pres">
      <dgm:prSet presAssocID="{60601770-EA0B-43EC-91AB-3E8D75BDCE33}" presName="dummy1b" presStyleCnt="0"/>
      <dgm:spPr/>
    </dgm:pt>
    <dgm:pt modelId="{49DF034E-E284-40CF-B54A-BB933F2C5E04}" type="pres">
      <dgm:prSet presAssocID="{60601770-EA0B-43EC-91AB-3E8D75BDCE33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AD506EBC-FC7D-4E21-953D-1AA550DB85B2}" type="pres">
      <dgm:prSet presAssocID="{60601770-EA0B-43EC-91AB-3E8D75BDCE33}" presName="wedge2" presStyleLbl="node1" presStyleIdx="1" presStyleCnt="5"/>
      <dgm:spPr/>
    </dgm:pt>
    <dgm:pt modelId="{AB304E8C-6C95-43BF-B2FE-2342D06431C2}" type="pres">
      <dgm:prSet presAssocID="{60601770-EA0B-43EC-91AB-3E8D75BDCE33}" presName="dummy2a" presStyleCnt="0"/>
      <dgm:spPr/>
    </dgm:pt>
    <dgm:pt modelId="{51B0E6C7-4C2A-49D9-8A50-E4DA3332CD62}" type="pres">
      <dgm:prSet presAssocID="{60601770-EA0B-43EC-91AB-3E8D75BDCE33}" presName="dummy2b" presStyleCnt="0"/>
      <dgm:spPr/>
    </dgm:pt>
    <dgm:pt modelId="{2AECCAA3-7538-4239-933F-39EB3EC186BF}" type="pres">
      <dgm:prSet presAssocID="{60601770-EA0B-43EC-91AB-3E8D75BDCE33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DBB9FE27-3177-4796-A1AF-02E934CAE430}" type="pres">
      <dgm:prSet presAssocID="{60601770-EA0B-43EC-91AB-3E8D75BDCE33}" presName="wedge3" presStyleLbl="node1" presStyleIdx="2" presStyleCnt="5"/>
      <dgm:spPr/>
    </dgm:pt>
    <dgm:pt modelId="{3104E758-EC72-4AEA-991A-553824A40383}" type="pres">
      <dgm:prSet presAssocID="{60601770-EA0B-43EC-91AB-3E8D75BDCE33}" presName="dummy3a" presStyleCnt="0"/>
      <dgm:spPr/>
    </dgm:pt>
    <dgm:pt modelId="{6BCE1BF3-949B-48CD-B15C-7852B3AC7144}" type="pres">
      <dgm:prSet presAssocID="{60601770-EA0B-43EC-91AB-3E8D75BDCE33}" presName="dummy3b" presStyleCnt="0"/>
      <dgm:spPr/>
    </dgm:pt>
    <dgm:pt modelId="{3B390801-67A1-4743-B89C-DD0114157B3E}" type="pres">
      <dgm:prSet presAssocID="{60601770-EA0B-43EC-91AB-3E8D75BDCE33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B4B402B2-07D3-4496-B5B1-6BD32EA3AA3A}" type="pres">
      <dgm:prSet presAssocID="{60601770-EA0B-43EC-91AB-3E8D75BDCE33}" presName="wedge4" presStyleLbl="node1" presStyleIdx="3" presStyleCnt="5"/>
      <dgm:spPr/>
    </dgm:pt>
    <dgm:pt modelId="{6286EC97-0556-4E36-B6B2-0593B523417F}" type="pres">
      <dgm:prSet presAssocID="{60601770-EA0B-43EC-91AB-3E8D75BDCE33}" presName="dummy4a" presStyleCnt="0"/>
      <dgm:spPr/>
    </dgm:pt>
    <dgm:pt modelId="{D8D73ACD-56CE-46F3-88DC-BC3AC88CC4B5}" type="pres">
      <dgm:prSet presAssocID="{60601770-EA0B-43EC-91AB-3E8D75BDCE33}" presName="dummy4b" presStyleCnt="0"/>
      <dgm:spPr/>
    </dgm:pt>
    <dgm:pt modelId="{A9EE6002-16CD-4F7D-B73A-B31733258048}" type="pres">
      <dgm:prSet presAssocID="{60601770-EA0B-43EC-91AB-3E8D75BDCE33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F5E2BC1A-1C38-4E89-8EAC-5D86005B7D92}" type="pres">
      <dgm:prSet presAssocID="{60601770-EA0B-43EC-91AB-3E8D75BDCE33}" presName="wedge5" presStyleLbl="node1" presStyleIdx="4" presStyleCnt="5"/>
      <dgm:spPr/>
    </dgm:pt>
    <dgm:pt modelId="{6B2161E7-C486-465C-9980-7B1908E9B843}" type="pres">
      <dgm:prSet presAssocID="{60601770-EA0B-43EC-91AB-3E8D75BDCE33}" presName="dummy5a" presStyleCnt="0"/>
      <dgm:spPr/>
    </dgm:pt>
    <dgm:pt modelId="{0F283163-A93C-40D6-9DC2-D669BA4EC883}" type="pres">
      <dgm:prSet presAssocID="{60601770-EA0B-43EC-91AB-3E8D75BDCE33}" presName="dummy5b" presStyleCnt="0"/>
      <dgm:spPr/>
    </dgm:pt>
    <dgm:pt modelId="{A71FF46A-A3B9-4392-B4B4-521AC25D7010}" type="pres">
      <dgm:prSet presAssocID="{60601770-EA0B-43EC-91AB-3E8D75BDCE33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  <dgm:pt modelId="{3DE9118B-96E1-49D4-9ECF-8AFFF600EA00}" type="pres">
      <dgm:prSet presAssocID="{15B2197B-9105-4988-82EB-3A8E12019A6F}" presName="arrowWedge1" presStyleLbl="fgSibTrans2D1" presStyleIdx="0" presStyleCnt="5"/>
      <dgm:spPr/>
    </dgm:pt>
    <dgm:pt modelId="{F7BE3C59-288E-455F-B9CB-C0D65D678BE5}" type="pres">
      <dgm:prSet presAssocID="{4B361686-DB92-44F2-B966-75D251CE5689}" presName="arrowWedge2" presStyleLbl="fgSibTrans2D1" presStyleIdx="1" presStyleCnt="5"/>
      <dgm:spPr/>
    </dgm:pt>
    <dgm:pt modelId="{A396D419-4108-4B87-A47A-A10770933FDF}" type="pres">
      <dgm:prSet presAssocID="{2437B8A4-8608-4F4C-B08C-98009B881512}" presName="arrowWedge3" presStyleLbl="fgSibTrans2D1" presStyleIdx="2" presStyleCnt="5"/>
      <dgm:spPr/>
    </dgm:pt>
    <dgm:pt modelId="{4AEE290D-6FF8-497B-91CC-6B2D2E0BEFFE}" type="pres">
      <dgm:prSet presAssocID="{5F21B1FD-EBD4-45A3-9AD1-E3B27D669040}" presName="arrowWedge4" presStyleLbl="fgSibTrans2D1" presStyleIdx="3" presStyleCnt="5"/>
      <dgm:spPr/>
    </dgm:pt>
    <dgm:pt modelId="{2F785DED-2D30-4C10-B8FD-196C004B5199}" type="pres">
      <dgm:prSet presAssocID="{1D68461C-53CB-43F9-B71E-940265A5B016}" presName="arrowWedge5" presStyleLbl="fgSibTrans2D1" presStyleIdx="4" presStyleCnt="5"/>
      <dgm:spPr/>
    </dgm:pt>
  </dgm:ptLst>
  <dgm:cxnLst>
    <dgm:cxn modelId="{CD2B100D-82B1-4C9F-A4DF-2AC7AB45A3C9}" type="presOf" srcId="{7B00040B-700A-4FFF-AFA5-B736339ABAAC}" destId="{3B390801-67A1-4743-B89C-DD0114157B3E}" srcOrd="1" destOrd="0" presId="urn:microsoft.com/office/officeart/2005/8/layout/cycle8"/>
    <dgm:cxn modelId="{37F68A17-4533-45AA-88DC-E0C3F06C63CF}" srcId="{60601770-EA0B-43EC-91AB-3E8D75BDCE33}" destId="{BD3A4394-48B5-454D-A30C-89D1CFF77BAA}" srcOrd="4" destOrd="0" parTransId="{BE25E043-D22F-493E-8DFB-98DBAD48B48E}" sibTransId="{1D68461C-53CB-43F9-B71E-940265A5B016}"/>
    <dgm:cxn modelId="{68627A18-4E8C-4B2B-80BE-1C8131FFEDC7}" type="presOf" srcId="{27717FAB-1C1D-4AA5-A326-C0A7C5B5674B}" destId="{2F075A70-6E08-4189-91B1-928381206661}" srcOrd="0" destOrd="0" presId="urn:microsoft.com/office/officeart/2005/8/layout/cycle8"/>
    <dgm:cxn modelId="{246D0B21-ED5E-4E31-B4E5-1008F0888757}" type="presOf" srcId="{7B00040B-700A-4FFF-AFA5-B736339ABAAC}" destId="{DBB9FE27-3177-4796-A1AF-02E934CAE430}" srcOrd="0" destOrd="0" presId="urn:microsoft.com/office/officeart/2005/8/layout/cycle8"/>
    <dgm:cxn modelId="{EB60C637-1988-4565-8173-A46AB610C018}" type="presOf" srcId="{30F6231D-A78C-463F-AB13-15FB01C6C4A5}" destId="{B4B402B2-07D3-4496-B5B1-6BD32EA3AA3A}" srcOrd="0" destOrd="0" presId="urn:microsoft.com/office/officeart/2005/8/layout/cycle8"/>
    <dgm:cxn modelId="{BC160B39-06AE-4025-8059-E8691A086F49}" type="presOf" srcId="{FEB8561F-71E4-4CDF-8219-5BBACC4D9E9E}" destId="{AD506EBC-FC7D-4E21-953D-1AA550DB85B2}" srcOrd="0" destOrd="0" presId="urn:microsoft.com/office/officeart/2005/8/layout/cycle8"/>
    <dgm:cxn modelId="{9579FC64-FFF1-49E0-B208-91CBF5ADAB61}" type="presOf" srcId="{BD3A4394-48B5-454D-A30C-89D1CFF77BAA}" destId="{F5E2BC1A-1C38-4E89-8EAC-5D86005B7D92}" srcOrd="0" destOrd="0" presId="urn:microsoft.com/office/officeart/2005/8/layout/cycle8"/>
    <dgm:cxn modelId="{CC3B12A2-BA04-4E1B-A211-E5A8681FF0B5}" srcId="{60601770-EA0B-43EC-91AB-3E8D75BDCE33}" destId="{30F6231D-A78C-463F-AB13-15FB01C6C4A5}" srcOrd="3" destOrd="0" parTransId="{19622BE2-961E-4DB0-988F-61727EDF4F30}" sibTransId="{5F21B1FD-EBD4-45A3-9AD1-E3B27D669040}"/>
    <dgm:cxn modelId="{212FD4B3-30BB-4D85-83E9-2F5147875114}" type="presOf" srcId="{FEB8561F-71E4-4CDF-8219-5BBACC4D9E9E}" destId="{2AECCAA3-7538-4239-933F-39EB3EC186BF}" srcOrd="1" destOrd="0" presId="urn:microsoft.com/office/officeart/2005/8/layout/cycle8"/>
    <dgm:cxn modelId="{F03C5DB4-2E1E-4504-BAEB-64827B14DFC2}" type="presOf" srcId="{60601770-EA0B-43EC-91AB-3E8D75BDCE33}" destId="{0CADB7DD-57EE-4DB5-B91A-33B3347E32F2}" srcOrd="0" destOrd="0" presId="urn:microsoft.com/office/officeart/2005/8/layout/cycle8"/>
    <dgm:cxn modelId="{22A09DB9-4235-4E9C-A984-AFCADD68AB5E}" srcId="{60601770-EA0B-43EC-91AB-3E8D75BDCE33}" destId="{27717FAB-1C1D-4AA5-A326-C0A7C5B5674B}" srcOrd="0" destOrd="0" parTransId="{C4B77229-CBEE-4805-AF20-8700D1F08B54}" sibTransId="{15B2197B-9105-4988-82EB-3A8E12019A6F}"/>
    <dgm:cxn modelId="{EBB079C0-0203-492A-9906-C3557ACE670B}" type="presOf" srcId="{30F6231D-A78C-463F-AB13-15FB01C6C4A5}" destId="{A9EE6002-16CD-4F7D-B73A-B31733258048}" srcOrd="1" destOrd="0" presId="urn:microsoft.com/office/officeart/2005/8/layout/cycle8"/>
    <dgm:cxn modelId="{AB4E1BCE-FCD1-4FD4-9BAD-A0614FFF31E1}" type="presOf" srcId="{27717FAB-1C1D-4AA5-A326-C0A7C5B5674B}" destId="{49DF034E-E284-40CF-B54A-BB933F2C5E04}" srcOrd="1" destOrd="0" presId="urn:microsoft.com/office/officeart/2005/8/layout/cycle8"/>
    <dgm:cxn modelId="{000F3FD4-A277-419B-B089-BADA5F255543}" srcId="{60601770-EA0B-43EC-91AB-3E8D75BDCE33}" destId="{FEB8561F-71E4-4CDF-8219-5BBACC4D9E9E}" srcOrd="1" destOrd="0" parTransId="{986B1EB0-4111-4D1E-A8C0-04ED4D2DA96D}" sibTransId="{4B361686-DB92-44F2-B966-75D251CE5689}"/>
    <dgm:cxn modelId="{CDDF90D8-A523-4485-AECD-F1E9CE2C542E}" type="presOf" srcId="{BD3A4394-48B5-454D-A30C-89D1CFF77BAA}" destId="{A71FF46A-A3B9-4392-B4B4-521AC25D7010}" srcOrd="1" destOrd="0" presId="urn:microsoft.com/office/officeart/2005/8/layout/cycle8"/>
    <dgm:cxn modelId="{6EBC04E1-E436-4909-9540-36A18AA68FCC}" srcId="{60601770-EA0B-43EC-91AB-3E8D75BDCE33}" destId="{7B00040B-700A-4FFF-AFA5-B736339ABAAC}" srcOrd="2" destOrd="0" parTransId="{A7F96026-2493-4F90-9E1A-4CCFA15C2703}" sibTransId="{2437B8A4-8608-4F4C-B08C-98009B881512}"/>
    <dgm:cxn modelId="{86E0BDEB-CB50-4419-A45B-14353F0B17B8}" type="presParOf" srcId="{0CADB7DD-57EE-4DB5-B91A-33B3347E32F2}" destId="{2F075A70-6E08-4189-91B1-928381206661}" srcOrd="0" destOrd="0" presId="urn:microsoft.com/office/officeart/2005/8/layout/cycle8"/>
    <dgm:cxn modelId="{3635ABB4-DE81-4593-BC4A-23756512EB99}" type="presParOf" srcId="{0CADB7DD-57EE-4DB5-B91A-33B3347E32F2}" destId="{589CB848-B061-465C-9C03-299721B30770}" srcOrd="1" destOrd="0" presId="urn:microsoft.com/office/officeart/2005/8/layout/cycle8"/>
    <dgm:cxn modelId="{784DA8DF-3636-4583-8263-F231C958DA90}" type="presParOf" srcId="{0CADB7DD-57EE-4DB5-B91A-33B3347E32F2}" destId="{2F3CC0EC-B692-4F15-B55E-527F1D88089D}" srcOrd="2" destOrd="0" presId="urn:microsoft.com/office/officeart/2005/8/layout/cycle8"/>
    <dgm:cxn modelId="{5185FD06-3EA9-4D7C-A273-BB47A094B7A5}" type="presParOf" srcId="{0CADB7DD-57EE-4DB5-B91A-33B3347E32F2}" destId="{49DF034E-E284-40CF-B54A-BB933F2C5E04}" srcOrd="3" destOrd="0" presId="urn:microsoft.com/office/officeart/2005/8/layout/cycle8"/>
    <dgm:cxn modelId="{28D618CD-58E2-47AC-807B-89B8E5009319}" type="presParOf" srcId="{0CADB7DD-57EE-4DB5-B91A-33B3347E32F2}" destId="{AD506EBC-FC7D-4E21-953D-1AA550DB85B2}" srcOrd="4" destOrd="0" presId="urn:microsoft.com/office/officeart/2005/8/layout/cycle8"/>
    <dgm:cxn modelId="{70855580-6BAE-44DE-8829-B6260F190D4B}" type="presParOf" srcId="{0CADB7DD-57EE-4DB5-B91A-33B3347E32F2}" destId="{AB304E8C-6C95-43BF-B2FE-2342D06431C2}" srcOrd="5" destOrd="0" presId="urn:microsoft.com/office/officeart/2005/8/layout/cycle8"/>
    <dgm:cxn modelId="{37FDBCC2-E540-4C6E-A15B-F8C829356DE0}" type="presParOf" srcId="{0CADB7DD-57EE-4DB5-B91A-33B3347E32F2}" destId="{51B0E6C7-4C2A-49D9-8A50-E4DA3332CD62}" srcOrd="6" destOrd="0" presId="urn:microsoft.com/office/officeart/2005/8/layout/cycle8"/>
    <dgm:cxn modelId="{3328DFE3-A4B8-4F6E-BCDF-09A4CB22384C}" type="presParOf" srcId="{0CADB7DD-57EE-4DB5-B91A-33B3347E32F2}" destId="{2AECCAA3-7538-4239-933F-39EB3EC186BF}" srcOrd="7" destOrd="0" presId="urn:microsoft.com/office/officeart/2005/8/layout/cycle8"/>
    <dgm:cxn modelId="{A971BA57-F3AF-48A9-ADF6-456219635B2C}" type="presParOf" srcId="{0CADB7DD-57EE-4DB5-B91A-33B3347E32F2}" destId="{DBB9FE27-3177-4796-A1AF-02E934CAE430}" srcOrd="8" destOrd="0" presId="urn:microsoft.com/office/officeart/2005/8/layout/cycle8"/>
    <dgm:cxn modelId="{CE09CD8A-C3BA-45EC-88A6-92E1DA8DBFA7}" type="presParOf" srcId="{0CADB7DD-57EE-4DB5-B91A-33B3347E32F2}" destId="{3104E758-EC72-4AEA-991A-553824A40383}" srcOrd="9" destOrd="0" presId="urn:microsoft.com/office/officeart/2005/8/layout/cycle8"/>
    <dgm:cxn modelId="{C5E7DE60-CAB2-460D-94AC-C41E5559C834}" type="presParOf" srcId="{0CADB7DD-57EE-4DB5-B91A-33B3347E32F2}" destId="{6BCE1BF3-949B-48CD-B15C-7852B3AC7144}" srcOrd="10" destOrd="0" presId="urn:microsoft.com/office/officeart/2005/8/layout/cycle8"/>
    <dgm:cxn modelId="{A7613963-B783-4ED1-B196-296D5BB9776C}" type="presParOf" srcId="{0CADB7DD-57EE-4DB5-B91A-33B3347E32F2}" destId="{3B390801-67A1-4743-B89C-DD0114157B3E}" srcOrd="11" destOrd="0" presId="urn:microsoft.com/office/officeart/2005/8/layout/cycle8"/>
    <dgm:cxn modelId="{C3F5B6C7-B9DA-46C4-9D04-5F5C14456A92}" type="presParOf" srcId="{0CADB7DD-57EE-4DB5-B91A-33B3347E32F2}" destId="{B4B402B2-07D3-4496-B5B1-6BD32EA3AA3A}" srcOrd="12" destOrd="0" presId="urn:microsoft.com/office/officeart/2005/8/layout/cycle8"/>
    <dgm:cxn modelId="{8999189E-1CE8-4DDB-BC52-DAFF20507EE2}" type="presParOf" srcId="{0CADB7DD-57EE-4DB5-B91A-33B3347E32F2}" destId="{6286EC97-0556-4E36-B6B2-0593B523417F}" srcOrd="13" destOrd="0" presId="urn:microsoft.com/office/officeart/2005/8/layout/cycle8"/>
    <dgm:cxn modelId="{F25353D9-D243-46B0-8ED3-B3F50CE99666}" type="presParOf" srcId="{0CADB7DD-57EE-4DB5-B91A-33B3347E32F2}" destId="{D8D73ACD-56CE-46F3-88DC-BC3AC88CC4B5}" srcOrd="14" destOrd="0" presId="urn:microsoft.com/office/officeart/2005/8/layout/cycle8"/>
    <dgm:cxn modelId="{5B067A76-A94E-49DF-8AD8-EFEE0E68C2B3}" type="presParOf" srcId="{0CADB7DD-57EE-4DB5-B91A-33B3347E32F2}" destId="{A9EE6002-16CD-4F7D-B73A-B31733258048}" srcOrd="15" destOrd="0" presId="urn:microsoft.com/office/officeart/2005/8/layout/cycle8"/>
    <dgm:cxn modelId="{9E4FF076-7680-4E79-8CC5-25D786913107}" type="presParOf" srcId="{0CADB7DD-57EE-4DB5-B91A-33B3347E32F2}" destId="{F5E2BC1A-1C38-4E89-8EAC-5D86005B7D92}" srcOrd="16" destOrd="0" presId="urn:microsoft.com/office/officeart/2005/8/layout/cycle8"/>
    <dgm:cxn modelId="{7961CC13-11A3-4E21-9788-70EDBA45C7B2}" type="presParOf" srcId="{0CADB7DD-57EE-4DB5-B91A-33B3347E32F2}" destId="{6B2161E7-C486-465C-9980-7B1908E9B843}" srcOrd="17" destOrd="0" presId="urn:microsoft.com/office/officeart/2005/8/layout/cycle8"/>
    <dgm:cxn modelId="{2A4EEC9F-F7CF-43B9-880D-4E8F7BB6F3A0}" type="presParOf" srcId="{0CADB7DD-57EE-4DB5-B91A-33B3347E32F2}" destId="{0F283163-A93C-40D6-9DC2-D669BA4EC883}" srcOrd="18" destOrd="0" presId="urn:microsoft.com/office/officeart/2005/8/layout/cycle8"/>
    <dgm:cxn modelId="{91D95E0E-382F-47E7-B5F1-924005B46954}" type="presParOf" srcId="{0CADB7DD-57EE-4DB5-B91A-33B3347E32F2}" destId="{A71FF46A-A3B9-4392-B4B4-521AC25D7010}" srcOrd="19" destOrd="0" presId="urn:microsoft.com/office/officeart/2005/8/layout/cycle8"/>
    <dgm:cxn modelId="{43299B6A-2573-4016-AABA-20DF0F7F7770}" type="presParOf" srcId="{0CADB7DD-57EE-4DB5-B91A-33B3347E32F2}" destId="{3DE9118B-96E1-49D4-9ECF-8AFFF600EA00}" srcOrd="20" destOrd="0" presId="urn:microsoft.com/office/officeart/2005/8/layout/cycle8"/>
    <dgm:cxn modelId="{3C7755EE-E148-436E-856C-5F252FE33E4F}" type="presParOf" srcId="{0CADB7DD-57EE-4DB5-B91A-33B3347E32F2}" destId="{F7BE3C59-288E-455F-B9CB-C0D65D678BE5}" srcOrd="21" destOrd="0" presId="urn:microsoft.com/office/officeart/2005/8/layout/cycle8"/>
    <dgm:cxn modelId="{4ECAC4DA-A83B-4F7B-B9BD-0014CAAF47D6}" type="presParOf" srcId="{0CADB7DD-57EE-4DB5-B91A-33B3347E32F2}" destId="{A396D419-4108-4B87-A47A-A10770933FDF}" srcOrd="22" destOrd="0" presId="urn:microsoft.com/office/officeart/2005/8/layout/cycle8"/>
    <dgm:cxn modelId="{34069FFD-8358-4D39-A427-669C356368D1}" type="presParOf" srcId="{0CADB7DD-57EE-4DB5-B91A-33B3347E32F2}" destId="{4AEE290D-6FF8-497B-91CC-6B2D2E0BEFFE}" srcOrd="23" destOrd="0" presId="urn:microsoft.com/office/officeart/2005/8/layout/cycle8"/>
    <dgm:cxn modelId="{1A7ABDA4-E022-48F4-85BD-65063046B4FB}" type="presParOf" srcId="{0CADB7DD-57EE-4DB5-B91A-33B3347E32F2}" destId="{2F785DED-2D30-4C10-B8FD-196C004B5199}" srcOrd="2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7B5C6D-53F7-424C-9821-9A03DE712C1A}">
      <dsp:nvSpPr>
        <dsp:cNvPr id="0" name=""/>
        <dsp:cNvSpPr/>
      </dsp:nvSpPr>
      <dsp:spPr>
        <a:xfrm>
          <a:off x="0" y="106947"/>
          <a:ext cx="6666833" cy="170059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Traditional full stack development = time-consuming + repetitive</a:t>
          </a:r>
        </a:p>
      </dsp:txBody>
      <dsp:txXfrm>
        <a:off x="83016" y="189963"/>
        <a:ext cx="6500801" cy="1534563"/>
      </dsp:txXfrm>
    </dsp:sp>
    <dsp:sp modelId="{CEE35E9A-869A-4DBC-B7A0-17A40313ED28}">
      <dsp:nvSpPr>
        <dsp:cNvPr id="0" name=""/>
        <dsp:cNvSpPr/>
      </dsp:nvSpPr>
      <dsp:spPr>
        <a:xfrm>
          <a:off x="0" y="1876662"/>
          <a:ext cx="6666833" cy="1700595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AI introduces: automation, intelligence, personalization</a:t>
          </a:r>
        </a:p>
      </dsp:txBody>
      <dsp:txXfrm>
        <a:off x="83016" y="1959678"/>
        <a:ext cx="6500801" cy="1534563"/>
      </dsp:txXfrm>
    </dsp:sp>
    <dsp:sp modelId="{89A67AF3-C0AB-4063-A3B3-681C0251BF64}">
      <dsp:nvSpPr>
        <dsp:cNvPr id="0" name=""/>
        <dsp:cNvSpPr/>
      </dsp:nvSpPr>
      <dsp:spPr>
        <a:xfrm>
          <a:off x="0" y="3646377"/>
          <a:ext cx="6666833" cy="1700595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"Traditional web development involves a lot of manual steps. But with AI, we can now automate coding, testing, deployment, monitoring, and more."</a:t>
          </a:r>
        </a:p>
      </dsp:txBody>
      <dsp:txXfrm>
        <a:off x="83016" y="3729393"/>
        <a:ext cx="6500801" cy="15345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B64792-A9A0-4EDA-BF82-620A8A7C456C}">
      <dsp:nvSpPr>
        <dsp:cNvPr id="0" name=""/>
        <dsp:cNvSpPr/>
      </dsp:nvSpPr>
      <dsp:spPr>
        <a:xfrm>
          <a:off x="0" y="126680"/>
          <a:ext cx="6666833" cy="123317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Manual development slows down the cycle</a:t>
          </a:r>
        </a:p>
      </dsp:txBody>
      <dsp:txXfrm>
        <a:off x="60199" y="186879"/>
        <a:ext cx="6546435" cy="1112781"/>
      </dsp:txXfrm>
    </dsp:sp>
    <dsp:sp modelId="{E4A20822-8BE7-4A1D-9B82-7950FD4F396E}">
      <dsp:nvSpPr>
        <dsp:cNvPr id="0" name=""/>
        <dsp:cNvSpPr/>
      </dsp:nvSpPr>
      <dsp:spPr>
        <a:xfrm>
          <a:off x="0" y="1449140"/>
          <a:ext cx="6666833" cy="1233179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Repetitive code writing, manual testing = low productivity</a:t>
          </a:r>
        </a:p>
      </dsp:txBody>
      <dsp:txXfrm>
        <a:off x="60199" y="1509339"/>
        <a:ext cx="6546435" cy="1112781"/>
      </dsp:txXfrm>
    </dsp:sp>
    <dsp:sp modelId="{362ECF22-BD22-44B8-9540-FB1B1517C494}">
      <dsp:nvSpPr>
        <dsp:cNvPr id="0" name=""/>
        <dsp:cNvSpPr/>
      </dsp:nvSpPr>
      <dsp:spPr>
        <a:xfrm>
          <a:off x="0" y="2771600"/>
          <a:ext cx="6666833" cy="1233179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"This invention addresses the common issues of time consumption </a:t>
          </a:r>
        </a:p>
      </dsp:txBody>
      <dsp:txXfrm>
        <a:off x="60199" y="2831799"/>
        <a:ext cx="6546435" cy="1112781"/>
      </dsp:txXfrm>
    </dsp:sp>
    <dsp:sp modelId="{3ABBD8CD-8F97-42D4-A2B2-C11AA6A3EC4F}">
      <dsp:nvSpPr>
        <dsp:cNvPr id="0" name=""/>
        <dsp:cNvSpPr/>
      </dsp:nvSpPr>
      <dsp:spPr>
        <a:xfrm>
          <a:off x="0" y="4094060"/>
          <a:ext cx="6666833" cy="1233179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and  inefficiency in full stack development.”</a:t>
          </a:r>
        </a:p>
      </dsp:txBody>
      <dsp:txXfrm>
        <a:off x="60199" y="4154259"/>
        <a:ext cx="6546435" cy="11127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629126-8406-4203-8AC3-D81795056CBD}">
      <dsp:nvSpPr>
        <dsp:cNvPr id="0" name=""/>
        <dsp:cNvSpPr/>
      </dsp:nvSpPr>
      <dsp:spPr>
        <a:xfrm>
          <a:off x="0" y="2439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791EB7-2999-4B78-9861-A8E5AD9078E3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7C79E7-AD8A-4099-B53A-037DE72B6889}">
      <dsp:nvSpPr>
        <dsp:cNvPr id="0" name=""/>
        <dsp:cNvSpPr/>
      </dsp:nvSpPr>
      <dsp:spPr>
        <a:xfrm>
          <a:off x="1428292" y="2439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Integrate AI into legacy full stack environments</a:t>
          </a:r>
        </a:p>
      </dsp:txBody>
      <dsp:txXfrm>
        <a:off x="1428292" y="2439"/>
        <a:ext cx="4873308" cy="1236616"/>
      </dsp:txXfrm>
    </dsp:sp>
    <dsp:sp modelId="{EF95E6D7-5E6C-4EE7-ADBF-4EE545209DE8}">
      <dsp:nvSpPr>
        <dsp:cNvPr id="0" name=""/>
        <dsp:cNvSpPr/>
      </dsp:nvSpPr>
      <dsp:spPr>
        <a:xfrm>
          <a:off x="0" y="1548210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EB599E-F69C-4EF4-AC08-C9DA24AEB3F3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CEC809-FF2F-4A75-BB73-45F3AC874232}">
      <dsp:nvSpPr>
        <dsp:cNvPr id="0" name=""/>
        <dsp:cNvSpPr/>
      </dsp:nvSpPr>
      <dsp:spPr>
        <a:xfrm>
          <a:off x="1428292" y="1548210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Improve scalability, efficiency, and consistency</a:t>
          </a:r>
        </a:p>
      </dsp:txBody>
      <dsp:txXfrm>
        <a:off x="1428292" y="1548210"/>
        <a:ext cx="4873308" cy="1236616"/>
      </dsp:txXfrm>
    </dsp:sp>
    <dsp:sp modelId="{7E6B7153-5CBC-40B3-91BD-5650F8168EE4}">
      <dsp:nvSpPr>
        <dsp:cNvPr id="0" name=""/>
        <dsp:cNvSpPr/>
      </dsp:nvSpPr>
      <dsp:spPr>
        <a:xfrm>
          <a:off x="0" y="3093981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D395DF-36F0-49F3-A641-9EE9509F0956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2886C8-5E70-426B-BB11-24C7E097AFFC}">
      <dsp:nvSpPr>
        <dsp:cNvPr id="0" name=""/>
        <dsp:cNvSpPr/>
      </dsp:nvSpPr>
      <dsp:spPr>
        <a:xfrm>
          <a:off x="1428292" y="3093981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Enable real-time monitoring and smart deployment</a:t>
          </a:r>
        </a:p>
      </dsp:txBody>
      <dsp:txXfrm>
        <a:off x="1428292" y="3093981"/>
        <a:ext cx="4873308" cy="1236616"/>
      </dsp:txXfrm>
    </dsp:sp>
    <dsp:sp modelId="{14F51AEB-35A5-44B2-BE2A-0B1F994CFAE3}">
      <dsp:nvSpPr>
        <dsp:cNvPr id="0" name=""/>
        <dsp:cNvSpPr/>
      </dsp:nvSpPr>
      <dsp:spPr>
        <a:xfrm>
          <a:off x="0" y="4639752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A3FBF3-393D-4E91-AA8B-D8F2E1AD7027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FBB4B5-DCDC-4C7E-BA3B-4C59003915A2}">
      <dsp:nvSpPr>
        <dsp:cNvPr id="0" name=""/>
        <dsp:cNvSpPr/>
      </dsp:nvSpPr>
      <dsp:spPr>
        <a:xfrm>
          <a:off x="1428292" y="4639752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“Our aim is to modernize the development pipeline using smart tools that enhance both performance and user experience.”</a:t>
          </a:r>
        </a:p>
      </dsp:txBody>
      <dsp:txXfrm>
        <a:off x="1428292" y="4639752"/>
        <a:ext cx="4873308" cy="12366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7A5035-DA9E-45A4-BFD0-A8595359ECB1}">
      <dsp:nvSpPr>
        <dsp:cNvPr id="0" name=""/>
        <dsp:cNvSpPr/>
      </dsp:nvSpPr>
      <dsp:spPr>
        <a:xfrm>
          <a:off x="643645" y="383279"/>
          <a:ext cx="4769703" cy="4769703"/>
        </a:xfrm>
        <a:prstGeom prst="pie">
          <a:avLst>
            <a:gd name="adj1" fmla="val 16200000"/>
            <a:gd name="adj2" fmla="val 18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Existing tools focus on backend or IDE assistance only</a:t>
          </a:r>
        </a:p>
      </dsp:txBody>
      <dsp:txXfrm>
        <a:off x="3236888" y="1263403"/>
        <a:ext cx="1618292" cy="1589901"/>
      </dsp:txXfrm>
    </dsp:sp>
    <dsp:sp modelId="{01CA2733-49BF-4280-B50B-56D28C5F2FB9}">
      <dsp:nvSpPr>
        <dsp:cNvPr id="0" name=""/>
        <dsp:cNvSpPr/>
      </dsp:nvSpPr>
      <dsp:spPr>
        <a:xfrm>
          <a:off x="397778" y="525235"/>
          <a:ext cx="4769703" cy="4769703"/>
        </a:xfrm>
        <a:prstGeom prst="pie">
          <a:avLst>
            <a:gd name="adj1" fmla="val 1800000"/>
            <a:gd name="adj2" fmla="val 90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Our system covers full stack: UI, backend, CI/CD, testing, monitoring</a:t>
          </a:r>
        </a:p>
      </dsp:txBody>
      <dsp:txXfrm>
        <a:off x="1703768" y="3534691"/>
        <a:ext cx="2157723" cy="1476336"/>
      </dsp:txXfrm>
    </dsp:sp>
    <dsp:sp modelId="{3A2566EB-F5D5-4513-927E-919E16200464}">
      <dsp:nvSpPr>
        <dsp:cNvPr id="0" name=""/>
        <dsp:cNvSpPr/>
      </dsp:nvSpPr>
      <dsp:spPr>
        <a:xfrm>
          <a:off x="397778" y="525235"/>
          <a:ext cx="4769703" cy="4769703"/>
        </a:xfrm>
        <a:prstGeom prst="pie">
          <a:avLst>
            <a:gd name="adj1" fmla="val 9000000"/>
            <a:gd name="adj2" fmla="val 162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“Unlike other approaches that focus only on pieces of the stack, our invention automates and enhances the entire lifecycle.”</a:t>
          </a:r>
        </a:p>
      </dsp:txBody>
      <dsp:txXfrm>
        <a:off x="908818" y="1462141"/>
        <a:ext cx="1618292" cy="158990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69E3FB-98F0-4D34-ADFC-D84E6385EA18}">
      <dsp:nvSpPr>
        <dsp:cNvPr id="0" name=""/>
        <dsp:cNvSpPr/>
      </dsp:nvSpPr>
      <dsp:spPr>
        <a:xfrm>
          <a:off x="476670" y="760"/>
          <a:ext cx="938232" cy="93823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F5DF94-9B0C-418B-84A2-BC0582EC75E5}">
      <dsp:nvSpPr>
        <dsp:cNvPr id="0" name=""/>
        <dsp:cNvSpPr/>
      </dsp:nvSpPr>
      <dsp:spPr>
        <a:xfrm>
          <a:off x="676622" y="200711"/>
          <a:ext cx="538330" cy="5383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E4E64-CD6C-4752-AE70-E1F3BF3D7DEC}">
      <dsp:nvSpPr>
        <dsp:cNvPr id="0" name=""/>
        <dsp:cNvSpPr/>
      </dsp:nvSpPr>
      <dsp:spPr>
        <a:xfrm>
          <a:off x="176744" y="1231229"/>
          <a:ext cx="1538085" cy="672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Full Stack Intelligence Framework</a:t>
          </a:r>
        </a:p>
      </dsp:txBody>
      <dsp:txXfrm>
        <a:off x="176744" y="1231229"/>
        <a:ext cx="1538085" cy="672912"/>
      </dsp:txXfrm>
    </dsp:sp>
    <dsp:sp modelId="{5926C2A2-8FD2-4948-A5FA-300E9FC69A04}">
      <dsp:nvSpPr>
        <dsp:cNvPr id="0" name=""/>
        <dsp:cNvSpPr/>
      </dsp:nvSpPr>
      <dsp:spPr>
        <a:xfrm>
          <a:off x="2283921" y="760"/>
          <a:ext cx="938232" cy="93823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69AA1F-EC98-478D-A409-9B48F02E27A9}">
      <dsp:nvSpPr>
        <dsp:cNvPr id="0" name=""/>
        <dsp:cNvSpPr/>
      </dsp:nvSpPr>
      <dsp:spPr>
        <a:xfrm>
          <a:off x="2483872" y="200711"/>
          <a:ext cx="538330" cy="5383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F8FF9B-F47A-4E3E-A1C7-46016EE00085}">
      <dsp:nvSpPr>
        <dsp:cNvPr id="0" name=""/>
        <dsp:cNvSpPr/>
      </dsp:nvSpPr>
      <dsp:spPr>
        <a:xfrm>
          <a:off x="1983995" y="1231229"/>
          <a:ext cx="1538085" cy="672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Backend Automation Core</a:t>
          </a:r>
        </a:p>
      </dsp:txBody>
      <dsp:txXfrm>
        <a:off x="1983995" y="1231229"/>
        <a:ext cx="1538085" cy="672912"/>
      </dsp:txXfrm>
    </dsp:sp>
    <dsp:sp modelId="{276EECE1-A28E-4775-9469-3F07947BB98C}">
      <dsp:nvSpPr>
        <dsp:cNvPr id="0" name=""/>
        <dsp:cNvSpPr/>
      </dsp:nvSpPr>
      <dsp:spPr>
        <a:xfrm>
          <a:off x="4091172" y="760"/>
          <a:ext cx="938232" cy="93823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6A4E38-A4EA-4518-9DA9-2E5386BF30A9}">
      <dsp:nvSpPr>
        <dsp:cNvPr id="0" name=""/>
        <dsp:cNvSpPr/>
      </dsp:nvSpPr>
      <dsp:spPr>
        <a:xfrm>
          <a:off x="4291123" y="200711"/>
          <a:ext cx="538330" cy="5383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E86A02-9E37-4B25-9C59-2E2D7C959850}">
      <dsp:nvSpPr>
        <dsp:cNvPr id="0" name=""/>
        <dsp:cNvSpPr/>
      </dsp:nvSpPr>
      <dsp:spPr>
        <a:xfrm>
          <a:off x="3791246" y="1231229"/>
          <a:ext cx="1538085" cy="672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Frontend AI Engine</a:t>
          </a:r>
        </a:p>
      </dsp:txBody>
      <dsp:txXfrm>
        <a:off x="3791246" y="1231229"/>
        <a:ext cx="1538085" cy="672912"/>
      </dsp:txXfrm>
    </dsp:sp>
    <dsp:sp modelId="{0FFF84E6-490A-4388-A6AA-8E562C8DA8BE}">
      <dsp:nvSpPr>
        <dsp:cNvPr id="0" name=""/>
        <dsp:cNvSpPr/>
      </dsp:nvSpPr>
      <dsp:spPr>
        <a:xfrm>
          <a:off x="5898423" y="760"/>
          <a:ext cx="938232" cy="93823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3B5423-3182-40AC-BBF3-863785D08155}">
      <dsp:nvSpPr>
        <dsp:cNvPr id="0" name=""/>
        <dsp:cNvSpPr/>
      </dsp:nvSpPr>
      <dsp:spPr>
        <a:xfrm>
          <a:off x="6098374" y="200711"/>
          <a:ext cx="538330" cy="5383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D919D9-82C4-4BD9-9243-966B87B8E497}">
      <dsp:nvSpPr>
        <dsp:cNvPr id="0" name=""/>
        <dsp:cNvSpPr/>
      </dsp:nvSpPr>
      <dsp:spPr>
        <a:xfrm>
          <a:off x="5598497" y="1231229"/>
          <a:ext cx="1538085" cy="672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Smart Database Layer</a:t>
          </a:r>
        </a:p>
      </dsp:txBody>
      <dsp:txXfrm>
        <a:off x="5598497" y="1231229"/>
        <a:ext cx="1538085" cy="672912"/>
      </dsp:txXfrm>
    </dsp:sp>
    <dsp:sp modelId="{0CAF8FAE-BC24-4DBF-ABFE-EDFE1575147D}">
      <dsp:nvSpPr>
        <dsp:cNvPr id="0" name=""/>
        <dsp:cNvSpPr/>
      </dsp:nvSpPr>
      <dsp:spPr>
        <a:xfrm>
          <a:off x="7705674" y="760"/>
          <a:ext cx="938232" cy="938232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CD310A-EF9E-4714-88C1-050BB5A2D0E1}">
      <dsp:nvSpPr>
        <dsp:cNvPr id="0" name=""/>
        <dsp:cNvSpPr/>
      </dsp:nvSpPr>
      <dsp:spPr>
        <a:xfrm>
          <a:off x="7905625" y="200711"/>
          <a:ext cx="538330" cy="53833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3F9C36-96F7-4CA5-A0EA-982018E3896F}">
      <dsp:nvSpPr>
        <dsp:cNvPr id="0" name=""/>
        <dsp:cNvSpPr/>
      </dsp:nvSpPr>
      <dsp:spPr>
        <a:xfrm>
          <a:off x="7405747" y="1231229"/>
          <a:ext cx="1538085" cy="672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CI/CD Automation</a:t>
          </a:r>
        </a:p>
      </dsp:txBody>
      <dsp:txXfrm>
        <a:off x="7405747" y="1231229"/>
        <a:ext cx="1538085" cy="672912"/>
      </dsp:txXfrm>
    </dsp:sp>
    <dsp:sp modelId="{C302AFFC-07E1-43B8-8A53-E732151B3F0D}">
      <dsp:nvSpPr>
        <dsp:cNvPr id="0" name=""/>
        <dsp:cNvSpPr/>
      </dsp:nvSpPr>
      <dsp:spPr>
        <a:xfrm>
          <a:off x="9512925" y="760"/>
          <a:ext cx="938232" cy="93823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94312E-4E91-4006-BECC-35E94A19DB5F}">
      <dsp:nvSpPr>
        <dsp:cNvPr id="0" name=""/>
        <dsp:cNvSpPr/>
      </dsp:nvSpPr>
      <dsp:spPr>
        <a:xfrm>
          <a:off x="9712876" y="200711"/>
          <a:ext cx="538330" cy="53833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ACB857-2F36-460C-8F59-A4D102FD99B5}">
      <dsp:nvSpPr>
        <dsp:cNvPr id="0" name=""/>
        <dsp:cNvSpPr/>
      </dsp:nvSpPr>
      <dsp:spPr>
        <a:xfrm>
          <a:off x="9212998" y="1231229"/>
          <a:ext cx="1538085" cy="672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AI Testing Suite</a:t>
          </a:r>
        </a:p>
      </dsp:txBody>
      <dsp:txXfrm>
        <a:off x="9212998" y="1231229"/>
        <a:ext cx="1538085" cy="672912"/>
      </dsp:txXfrm>
    </dsp:sp>
    <dsp:sp modelId="{969E77E0-8FB6-490E-8393-EF1F73A4FADA}">
      <dsp:nvSpPr>
        <dsp:cNvPr id="0" name=""/>
        <dsp:cNvSpPr/>
      </dsp:nvSpPr>
      <dsp:spPr>
        <a:xfrm>
          <a:off x="4091172" y="2288663"/>
          <a:ext cx="938232" cy="93823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956A03-4A2D-4161-B4E9-CC28320CF3E2}">
      <dsp:nvSpPr>
        <dsp:cNvPr id="0" name=""/>
        <dsp:cNvSpPr/>
      </dsp:nvSpPr>
      <dsp:spPr>
        <a:xfrm>
          <a:off x="4291123" y="2488614"/>
          <a:ext cx="538330" cy="53833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42C7F7-E71D-477B-84BB-CC986BFF98BF}">
      <dsp:nvSpPr>
        <dsp:cNvPr id="0" name=""/>
        <dsp:cNvSpPr/>
      </dsp:nvSpPr>
      <dsp:spPr>
        <a:xfrm>
          <a:off x="3791246" y="3519131"/>
          <a:ext cx="1538085" cy="672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Monitoring &amp; Optimization Module</a:t>
          </a:r>
        </a:p>
      </dsp:txBody>
      <dsp:txXfrm>
        <a:off x="3791246" y="3519131"/>
        <a:ext cx="1538085" cy="672912"/>
      </dsp:txXfrm>
    </dsp:sp>
    <dsp:sp modelId="{07D7047B-02B4-4D56-92D6-C66FB95CE793}">
      <dsp:nvSpPr>
        <dsp:cNvPr id="0" name=""/>
        <dsp:cNvSpPr/>
      </dsp:nvSpPr>
      <dsp:spPr>
        <a:xfrm>
          <a:off x="5898423" y="2288663"/>
          <a:ext cx="938232" cy="93823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631EF9-C7A0-4153-BEE7-71BF5C3A686F}">
      <dsp:nvSpPr>
        <dsp:cNvPr id="0" name=""/>
        <dsp:cNvSpPr/>
      </dsp:nvSpPr>
      <dsp:spPr>
        <a:xfrm>
          <a:off x="6098374" y="2488614"/>
          <a:ext cx="538330" cy="538330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993CA7-41B3-48B0-A344-8E90062DF39B}">
      <dsp:nvSpPr>
        <dsp:cNvPr id="0" name=""/>
        <dsp:cNvSpPr/>
      </dsp:nvSpPr>
      <dsp:spPr>
        <a:xfrm>
          <a:off x="5598497" y="3519131"/>
          <a:ext cx="1538085" cy="672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“Each of these modules is powered by AI and they communicate via APIs to deliver seamless automation.”</a:t>
          </a:r>
        </a:p>
      </dsp:txBody>
      <dsp:txXfrm>
        <a:off x="5598497" y="3519131"/>
        <a:ext cx="1538085" cy="67291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A07162-A103-4DC4-A3B4-DF3E1813BB01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BBDE88-B98B-46F6-AB40-747215DC2C11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5E91F9-EB89-45B9-A2CC-3404B43F97C4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AI writes test cases</a:t>
          </a:r>
        </a:p>
      </dsp:txBody>
      <dsp:txXfrm>
        <a:off x="1057183" y="1805"/>
        <a:ext cx="9458416" cy="915310"/>
      </dsp:txXfrm>
    </dsp:sp>
    <dsp:sp modelId="{984AE34D-8637-4B53-AA9D-25B95DBCC163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DC25F0-7C58-47B3-AA62-B6A1F0D28B24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1AF5A9-DEBD-48BD-80FE-E77FCA44EB6E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Simulates and deploys code based on risk &amp; traffic</a:t>
          </a:r>
        </a:p>
      </dsp:txBody>
      <dsp:txXfrm>
        <a:off x="1057183" y="1145944"/>
        <a:ext cx="9458416" cy="915310"/>
      </dsp:txXfrm>
    </dsp:sp>
    <dsp:sp modelId="{1638CF64-497D-451D-BB37-E7E0AF1839C0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2D2C54-4BBC-4A76-A107-99138210D9B1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6F290C-796E-4180-914D-8F214B175D0D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Automatic rollback on failure</a:t>
          </a:r>
        </a:p>
      </dsp:txBody>
      <dsp:txXfrm>
        <a:off x="1057183" y="2290082"/>
        <a:ext cx="9458416" cy="915310"/>
      </dsp:txXfrm>
    </dsp:sp>
    <dsp:sp modelId="{3904BE01-B791-4426-AB32-24A12C0F56FE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33D221-9BF9-4C0A-8C8F-F86AB548DBD2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74A43B-9C14-4FDD-971F-51EC89215046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“I makes decisions like a smart developer — when to go live, when to hold, and when to fix issues.”</a:t>
          </a:r>
        </a:p>
      </dsp:txBody>
      <dsp:txXfrm>
        <a:off x="1057183" y="3434221"/>
        <a:ext cx="9458416" cy="91531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B3B346-329A-40B2-9FF7-983E0E44E0FE}">
      <dsp:nvSpPr>
        <dsp:cNvPr id="0" name=""/>
        <dsp:cNvSpPr/>
      </dsp:nvSpPr>
      <dsp:spPr>
        <a:xfrm>
          <a:off x="3201" y="445489"/>
          <a:ext cx="2539866" cy="15239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Faster development</a:t>
          </a:r>
        </a:p>
      </dsp:txBody>
      <dsp:txXfrm>
        <a:off x="3201" y="445489"/>
        <a:ext cx="2539866" cy="1523919"/>
      </dsp:txXfrm>
    </dsp:sp>
    <dsp:sp modelId="{F6C89685-5B18-4C58-B22A-AADB64A385B5}">
      <dsp:nvSpPr>
        <dsp:cNvPr id="0" name=""/>
        <dsp:cNvSpPr/>
      </dsp:nvSpPr>
      <dsp:spPr>
        <a:xfrm>
          <a:off x="2797054" y="445489"/>
          <a:ext cx="2539866" cy="152391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Natural language to code conversion</a:t>
          </a:r>
        </a:p>
      </dsp:txBody>
      <dsp:txXfrm>
        <a:off x="2797054" y="445489"/>
        <a:ext cx="2539866" cy="1523919"/>
      </dsp:txXfrm>
    </dsp:sp>
    <dsp:sp modelId="{7E9DAF7F-593C-49E6-87AC-64CC25FF35AE}">
      <dsp:nvSpPr>
        <dsp:cNvPr id="0" name=""/>
        <dsp:cNvSpPr/>
      </dsp:nvSpPr>
      <dsp:spPr>
        <a:xfrm>
          <a:off x="5590907" y="445489"/>
          <a:ext cx="2539866" cy="152391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Backend optimization</a:t>
          </a:r>
        </a:p>
      </dsp:txBody>
      <dsp:txXfrm>
        <a:off x="5590907" y="445489"/>
        <a:ext cx="2539866" cy="1523919"/>
      </dsp:txXfrm>
    </dsp:sp>
    <dsp:sp modelId="{5570DDD4-603B-4067-99D5-A57A535A42C7}">
      <dsp:nvSpPr>
        <dsp:cNvPr id="0" name=""/>
        <dsp:cNvSpPr/>
      </dsp:nvSpPr>
      <dsp:spPr>
        <a:xfrm>
          <a:off x="8384760" y="445489"/>
          <a:ext cx="2539866" cy="152391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End-to-end testing &amp; deployment</a:t>
          </a:r>
        </a:p>
      </dsp:txBody>
      <dsp:txXfrm>
        <a:off x="8384760" y="445489"/>
        <a:ext cx="2539866" cy="1523919"/>
      </dsp:txXfrm>
    </dsp:sp>
    <dsp:sp modelId="{4BD1D965-DE9E-4DBA-BE5D-DD8CDA2D4C59}">
      <dsp:nvSpPr>
        <dsp:cNvPr id="0" name=""/>
        <dsp:cNvSpPr/>
      </dsp:nvSpPr>
      <dsp:spPr>
        <a:xfrm>
          <a:off x="1400128" y="2223395"/>
          <a:ext cx="2539866" cy="15239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Real-time analytics</a:t>
          </a:r>
        </a:p>
      </dsp:txBody>
      <dsp:txXfrm>
        <a:off x="1400128" y="2223395"/>
        <a:ext cx="2539866" cy="1523919"/>
      </dsp:txXfrm>
    </dsp:sp>
    <dsp:sp modelId="{E25DEFF7-4AED-440F-AB1C-D796708B2361}">
      <dsp:nvSpPr>
        <dsp:cNvPr id="0" name=""/>
        <dsp:cNvSpPr/>
      </dsp:nvSpPr>
      <dsp:spPr>
        <a:xfrm>
          <a:off x="4193981" y="2223395"/>
          <a:ext cx="2539866" cy="15239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AI-driven security</a:t>
          </a:r>
        </a:p>
      </dsp:txBody>
      <dsp:txXfrm>
        <a:off x="4193981" y="2223395"/>
        <a:ext cx="2539866" cy="1523919"/>
      </dsp:txXfrm>
    </dsp:sp>
    <dsp:sp modelId="{C25BB4D0-EFF9-449D-83F6-01FA7E121AD4}">
      <dsp:nvSpPr>
        <dsp:cNvPr id="0" name=""/>
        <dsp:cNvSpPr/>
      </dsp:nvSpPr>
      <dsp:spPr>
        <a:xfrm>
          <a:off x="6987834" y="2223395"/>
          <a:ext cx="2539866" cy="152391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"These benefits improve both developer productivity and user experience."</a:t>
          </a:r>
        </a:p>
      </dsp:txBody>
      <dsp:txXfrm>
        <a:off x="6987834" y="2223395"/>
        <a:ext cx="2539866" cy="152391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075A70-6E08-4189-91B1-928381206661}">
      <dsp:nvSpPr>
        <dsp:cNvPr id="0" name=""/>
        <dsp:cNvSpPr/>
      </dsp:nvSpPr>
      <dsp:spPr>
        <a:xfrm>
          <a:off x="711169" y="269347"/>
          <a:ext cx="3655123" cy="3655123"/>
        </a:xfrm>
        <a:prstGeom prst="pie">
          <a:avLst>
            <a:gd name="adj1" fmla="val 16200000"/>
            <a:gd name="adj2" fmla="val 205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Potential Collaborators:</a:t>
          </a:r>
        </a:p>
      </dsp:txBody>
      <dsp:txXfrm>
        <a:off x="2617925" y="883756"/>
        <a:ext cx="1174861" cy="783240"/>
      </dsp:txXfrm>
    </dsp:sp>
    <dsp:sp modelId="{AD506EBC-FC7D-4E21-953D-1AA550DB85B2}">
      <dsp:nvSpPr>
        <dsp:cNvPr id="0" name=""/>
        <dsp:cNvSpPr/>
      </dsp:nvSpPr>
      <dsp:spPr>
        <a:xfrm>
          <a:off x="742498" y="366817"/>
          <a:ext cx="3655123" cy="3655123"/>
        </a:xfrm>
        <a:prstGeom prst="pie">
          <a:avLst>
            <a:gd name="adj1" fmla="val 20520000"/>
            <a:gd name="adj2" fmla="val 32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GitHub (Copilot)</a:t>
          </a:r>
        </a:p>
      </dsp:txBody>
      <dsp:txXfrm>
        <a:off x="3096572" y="2036861"/>
        <a:ext cx="1087834" cy="870267"/>
      </dsp:txXfrm>
    </dsp:sp>
    <dsp:sp modelId="{DBB9FE27-3177-4796-A1AF-02E934CAE430}">
      <dsp:nvSpPr>
        <dsp:cNvPr id="0" name=""/>
        <dsp:cNvSpPr/>
      </dsp:nvSpPr>
      <dsp:spPr>
        <a:xfrm>
          <a:off x="659823" y="426866"/>
          <a:ext cx="3655123" cy="3655123"/>
        </a:xfrm>
        <a:prstGeom prst="pie">
          <a:avLst>
            <a:gd name="adj1" fmla="val 3240000"/>
            <a:gd name="adj2" fmla="val 756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JetBrains (IntelliJ, WebStorm)</a:t>
          </a:r>
        </a:p>
      </dsp:txBody>
      <dsp:txXfrm>
        <a:off x="1965224" y="2994155"/>
        <a:ext cx="1044321" cy="957294"/>
      </dsp:txXfrm>
    </dsp:sp>
    <dsp:sp modelId="{B4B402B2-07D3-4496-B5B1-6BD32EA3AA3A}">
      <dsp:nvSpPr>
        <dsp:cNvPr id="0" name=""/>
        <dsp:cNvSpPr/>
      </dsp:nvSpPr>
      <dsp:spPr>
        <a:xfrm>
          <a:off x="577148" y="366817"/>
          <a:ext cx="3655123" cy="3655123"/>
        </a:xfrm>
        <a:prstGeom prst="pie">
          <a:avLst>
            <a:gd name="adj1" fmla="val 7560000"/>
            <a:gd name="adj2" fmla="val 1188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Atlassian (Jira, Bitbucket)</a:t>
          </a:r>
        </a:p>
      </dsp:txBody>
      <dsp:txXfrm>
        <a:off x="790363" y="2036861"/>
        <a:ext cx="1087834" cy="870267"/>
      </dsp:txXfrm>
    </dsp:sp>
    <dsp:sp modelId="{F5E2BC1A-1C38-4E89-8EAC-5D86005B7D92}">
      <dsp:nvSpPr>
        <dsp:cNvPr id="0" name=""/>
        <dsp:cNvSpPr/>
      </dsp:nvSpPr>
      <dsp:spPr>
        <a:xfrm>
          <a:off x="608477" y="269347"/>
          <a:ext cx="3655123" cy="3655123"/>
        </a:xfrm>
        <a:prstGeom prst="pie">
          <a:avLst>
            <a:gd name="adj1" fmla="val 1188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"These industry leaders can help scale our system to reach professional development environments."</a:t>
          </a:r>
        </a:p>
      </dsp:txBody>
      <dsp:txXfrm>
        <a:off x="1181984" y="883756"/>
        <a:ext cx="1174861" cy="783240"/>
      </dsp:txXfrm>
    </dsp:sp>
    <dsp:sp modelId="{3DE9118B-96E1-49D4-9ECF-8AFFF600EA00}">
      <dsp:nvSpPr>
        <dsp:cNvPr id="0" name=""/>
        <dsp:cNvSpPr/>
      </dsp:nvSpPr>
      <dsp:spPr>
        <a:xfrm>
          <a:off x="484727" y="43078"/>
          <a:ext cx="4107663" cy="4107663"/>
        </a:xfrm>
        <a:prstGeom prst="circularArrow">
          <a:avLst>
            <a:gd name="adj1" fmla="val 5085"/>
            <a:gd name="adj2" fmla="val 327528"/>
            <a:gd name="adj3" fmla="val 20192361"/>
            <a:gd name="adj4" fmla="val 16200324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BE3C59-288E-455F-B9CB-C0D65D678BE5}">
      <dsp:nvSpPr>
        <dsp:cNvPr id="0" name=""/>
        <dsp:cNvSpPr/>
      </dsp:nvSpPr>
      <dsp:spPr>
        <a:xfrm>
          <a:off x="516481" y="140516"/>
          <a:ext cx="4107663" cy="4107663"/>
        </a:xfrm>
        <a:prstGeom prst="circularArrow">
          <a:avLst>
            <a:gd name="adj1" fmla="val 5085"/>
            <a:gd name="adj2" fmla="val 327528"/>
            <a:gd name="adj3" fmla="val 2912753"/>
            <a:gd name="adj4" fmla="val 20519953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96D419-4108-4B87-A47A-A10770933FDF}">
      <dsp:nvSpPr>
        <dsp:cNvPr id="0" name=""/>
        <dsp:cNvSpPr/>
      </dsp:nvSpPr>
      <dsp:spPr>
        <a:xfrm>
          <a:off x="433553" y="200748"/>
          <a:ext cx="4107663" cy="4107663"/>
        </a:xfrm>
        <a:prstGeom prst="circularArrow">
          <a:avLst>
            <a:gd name="adj1" fmla="val 5085"/>
            <a:gd name="adj2" fmla="val 327528"/>
            <a:gd name="adj3" fmla="val 7232777"/>
            <a:gd name="adj4" fmla="val 3239695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EE290D-6FF8-497B-91CC-6B2D2E0BEFFE}">
      <dsp:nvSpPr>
        <dsp:cNvPr id="0" name=""/>
        <dsp:cNvSpPr/>
      </dsp:nvSpPr>
      <dsp:spPr>
        <a:xfrm>
          <a:off x="350625" y="140516"/>
          <a:ext cx="4107663" cy="4107663"/>
        </a:xfrm>
        <a:prstGeom prst="circularArrow">
          <a:avLst>
            <a:gd name="adj1" fmla="val 5085"/>
            <a:gd name="adj2" fmla="val 327528"/>
            <a:gd name="adj3" fmla="val 11552519"/>
            <a:gd name="adj4" fmla="val 7559718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785DED-2D30-4C10-B8FD-196C004B5199}">
      <dsp:nvSpPr>
        <dsp:cNvPr id="0" name=""/>
        <dsp:cNvSpPr/>
      </dsp:nvSpPr>
      <dsp:spPr>
        <a:xfrm>
          <a:off x="382380" y="43078"/>
          <a:ext cx="4107663" cy="4107663"/>
        </a:xfrm>
        <a:prstGeom prst="circularArrow">
          <a:avLst>
            <a:gd name="adj1" fmla="val 5085"/>
            <a:gd name="adj2" fmla="val 327528"/>
            <a:gd name="adj3" fmla="val 15872148"/>
            <a:gd name="adj4" fmla="val 11880111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C09DB-0FEB-577D-8327-6B8440B16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1327B9-0AF3-1A38-380F-53EF251B2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BACFB-5815-DFF4-C2E5-7D33AADD4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AA1-1608-499B-B730-875198FF5785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03786-9083-28EA-AE72-098B14DF4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603FC-E326-8643-A43B-127849064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C9A2F-751A-4D66-B92D-E26E3BB59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317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61960-25C5-C033-AF0F-1460CC939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A55F3-6780-22B7-F663-9E18E02FA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61136-FB23-9421-37FF-9EB5CF38A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AA1-1608-499B-B730-875198FF5785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2CBBE-AE90-22F9-ED30-A2A69B9AB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0FC5D-21FF-8727-2522-8CB800975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C9A2F-751A-4D66-B92D-E26E3BB59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383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FD5EE-9658-8EDC-963E-E87BAAE63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EC6118-47A7-E6F4-D9EF-79265C0A6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0085B-6AF6-D46E-ACA3-2A5682AF2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AA1-1608-499B-B730-875198FF5785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4D577-A458-C76A-B8E5-BFD526C5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8187F-BA8D-A737-900D-D2F31FF6C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C9A2F-751A-4D66-B92D-E26E3BB59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309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0D59F-80AB-7274-CE35-79BAA2AF9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538A5-D8F3-58CA-0E3C-DF5FAA69D7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B2340-29A4-9A49-8E30-4358D02621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559AF-ED51-B406-EF62-DAF6242B3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AA1-1608-499B-B730-875198FF5785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8BECE8-5D62-8736-722B-DE194BB5B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0F2543-2562-6307-04C8-47230A706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C9A2F-751A-4D66-B92D-E26E3BB59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47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313E0-BF36-20FE-92BD-2C2C8B323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75C9A-F084-FBFF-2B52-0FBCFC019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6F39C0-5BB5-56C6-DF48-A83591DC9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CF1749-313F-4DE9-63FD-A4080DE84B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E4D6D7-95A7-19DC-C816-9CCBC35C03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DD3ACA-2F73-B811-4C41-86A311153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AA1-1608-499B-B730-875198FF5785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41BFDA-4ED5-B0EB-FA90-2CCA79C3A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BD7A9B-F30D-A499-2719-1ECAC0BC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C9A2F-751A-4D66-B92D-E26E3BB59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698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DC42B-426C-7C24-603A-080B41AE5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FFA3A2-184E-3788-4B33-AFB01A79D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AA1-1608-499B-B730-875198FF5785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B9582F-03A3-AFF1-34E5-B1AB02862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5B66C2-92A3-4FF9-6F81-EB9191235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C9A2F-751A-4D66-B92D-E26E3BB59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254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C7E6E2-747E-82E7-50B8-39035086F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AA1-1608-499B-B730-875198FF5785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0AB2E2-E7F0-33BC-63B6-BD80DFFCA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71A582-AE07-4A83-85B0-0D17D62BA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C9A2F-751A-4D66-B92D-E26E3BB59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56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4ECFA-D37B-815A-D4BF-B74A9D992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92327-F1D4-2C8E-95EA-48B744BE7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F00FAA-E6CE-1193-C11A-19067E132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F09189-3A96-6F48-071E-CCC8A0373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AA1-1608-499B-B730-875198FF5785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36F68A-1D95-F7AB-39AA-8C920238C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AD4CAA-3B61-36A2-FD13-89BBA9B64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C9A2F-751A-4D66-B92D-E26E3BB59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948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E3F63-1F78-B750-749E-978E97121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4B727A-49EB-DCAE-E902-BF3E32F57A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9FB0B6-079B-850F-2263-579CA122AA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E04CBC-A782-7B2E-A5C2-6EC4832FD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AA1-1608-499B-B730-875198FF5785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8F3BEE-0D26-1C2D-F7F9-018B32B6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58F1B9-C9AE-9F3C-1827-CD150F5BF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C9A2F-751A-4D66-B92D-E26E3BB59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835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0E190-FA5A-9C74-01E3-26E8AEFCF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614805-BC9F-AD54-09E9-424ADC64FC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F5EC7-DD38-E49A-2666-5DCFE20A6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AA1-1608-499B-B730-875198FF5785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99D1B-A052-FBCE-9344-9FA193908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94E6D-BFA4-DEF8-AE64-AA39EC18A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C9A2F-751A-4D66-B92D-E26E3BB59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057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6D9067-7916-5FF2-5E6E-8775E629F8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6EB958-0F39-A569-0E44-03308F7309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479EB-CAFA-1125-AFB0-6B407F244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AA1-1608-499B-B730-875198FF5785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FC429-1308-C03D-B2AD-C2B76F7F1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46F02-3736-CC32-7D3D-4D5CC83AA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C9A2F-751A-4D66-B92D-E26E3BB59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151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C1F2AD-B2B5-907F-2873-3B03FCADD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773E82-4B1D-D538-5890-359592C0E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D1E0E-06B7-B20E-3D85-182589BAC4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B95AA1-1608-499B-B730-875198FF5785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869E6-D265-FB9A-1312-C4967E251D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84C5F-AEDF-14E8-E4B7-6D2D5F07EC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9C9A2F-751A-4D66-B92D-E26E3BB59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886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0" name="Rectangle 9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6CDEA1-902A-A8C7-4BF5-B7773973A7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AI and Automation in Full Stack Web Development</a:t>
            </a:r>
            <a:b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7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83BD84-E409-86F9-7936-CDE841A8F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000" b="1" dirty="0"/>
              <a:t>Presenters:</a:t>
            </a:r>
            <a:r>
              <a:rPr lang="en-US" sz="2000" dirty="0"/>
              <a:t>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Utkarsh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Prince Kumar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Shivam Kumar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  <a:p>
            <a:pPr algn="l"/>
            <a:r>
              <a:rPr lang="en-US" sz="2000" b="1" dirty="0"/>
              <a:t>University: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Lovely Professional University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5" name="Video 4" descr="Hand Drawn Floating Icons">
            <a:extLst>
              <a:ext uri="{FF2B5EF4-FFF2-40B4-BE49-F238E27FC236}">
                <a16:creationId xmlns:a16="http://schemas.microsoft.com/office/drawing/2014/main" id="{75C111A5-4FF1-9E43-166D-2C9BDB367AF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84" r="-1" b="-1"/>
          <a:stretch/>
        </p:blipFill>
        <p:spPr>
          <a:xfrm>
            <a:off x="5911532" y="2905214"/>
            <a:ext cx="5150277" cy="2888802"/>
          </a:xfrm>
          <a:prstGeom prst="rect">
            <a:avLst/>
          </a:prstGeom>
        </p:spPr>
      </p:pic>
      <p:sp>
        <p:nvSpPr>
          <p:cNvPr id="106" name="Rectangle 10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330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96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C4C70-89E8-C7F1-0382-36604C77A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Introduction</a:t>
            </a:r>
            <a:br>
              <a:rPr lang="en-US" sz="4000">
                <a:solidFill>
                  <a:srgbClr val="FFFFFF"/>
                </a:solidFill>
              </a:rPr>
            </a:b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2D624768-852B-DF3E-047E-7CBE28A5DD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269204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61655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BF157C-61F3-E0A4-6DEA-13C75963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Problem Statement</a:t>
            </a:r>
            <a:br>
              <a:rPr lang="en-US" sz="4000">
                <a:solidFill>
                  <a:srgbClr val="FFFFFF"/>
                </a:solidFill>
              </a:rPr>
            </a:b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67F35A-79F1-7C99-90E3-9130019CF3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510460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73244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0DE9FC-A486-7691-405C-76A187707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bg1"/>
                </a:solidFill>
              </a:rPr>
              <a:t>Objectives</a:t>
            </a:r>
            <a:br>
              <a:rPr lang="en-US">
                <a:solidFill>
                  <a:schemeClr val="bg1"/>
                </a:solidFill>
              </a:rPr>
            </a:br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304AF4BE-2FFF-E8F0-B50A-153D3408D6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5778821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7578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571BB8-E59F-CF30-E244-E8ADDFB25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en-US" sz="3800" b="1">
                <a:solidFill>
                  <a:srgbClr val="FFFFFF"/>
                </a:solidFill>
              </a:rPr>
              <a:t>Novelty &amp; Research Gap</a:t>
            </a:r>
            <a:br>
              <a:rPr lang="en-US" sz="3800">
                <a:solidFill>
                  <a:srgbClr val="FFFFFF"/>
                </a:solidFill>
              </a:rPr>
            </a:br>
            <a:endParaRPr lang="en-US" sz="38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6868EE-244B-7854-4A89-B2222E2512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0692539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06734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262711-40BC-7640-600B-2B0A067A4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2800" b="1">
                <a:solidFill>
                  <a:srgbClr val="FFFFFF"/>
                </a:solidFill>
              </a:rPr>
              <a:t>Core Architecture</a:t>
            </a:r>
            <a:br>
              <a:rPr lang="en-US" sz="2800">
                <a:solidFill>
                  <a:srgbClr val="FFFFFF"/>
                </a:solidFill>
              </a:rPr>
            </a:br>
            <a:endParaRPr lang="en-US" sz="28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C108ED3-F2B6-4B71-1EF4-813074B3F2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159700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535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1CFC61-2875-500D-AF1B-545286103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tx2"/>
                </a:solidFill>
              </a:rPr>
              <a:t>AI Techniques Used</a:t>
            </a:r>
            <a:br>
              <a:rPr lang="en-US" sz="3600">
                <a:solidFill>
                  <a:schemeClr val="tx2"/>
                </a:solidFill>
              </a:rPr>
            </a:br>
            <a:endParaRPr lang="en-US" sz="3600">
              <a:solidFill>
                <a:schemeClr val="tx2"/>
              </a:solidFill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BD9B26F-EE28-3B9D-1435-A1885A8DF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NLP for converting natural language to code</a:t>
            </a:r>
          </a:p>
          <a:p>
            <a:r>
              <a:rPr lang="en-US" sz="1800">
                <a:solidFill>
                  <a:schemeClr val="tx2"/>
                </a:solidFill>
              </a:rPr>
              <a:t>Code Generative Models for logic blocks</a:t>
            </a:r>
          </a:p>
          <a:p>
            <a:r>
              <a:rPr lang="en-US" sz="1800">
                <a:solidFill>
                  <a:schemeClr val="tx2"/>
                </a:solidFill>
              </a:rPr>
              <a:t>Multi-task &amp; Reinforcement Learning</a:t>
            </a:r>
          </a:p>
          <a:p>
            <a:r>
              <a:rPr lang="en-US" sz="1800">
                <a:solidFill>
                  <a:schemeClr val="tx2"/>
                </a:solidFill>
              </a:rPr>
              <a:t>Chaotic Pattern Analysis for bug detection</a:t>
            </a:r>
          </a:p>
          <a:p>
            <a:pPr marL="0" indent="0">
              <a:buNone/>
            </a:pPr>
            <a:endParaRPr lang="en-US" sz="18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</a:rPr>
              <a:t>“AI models are trained to handle multiple development tasks and adapt over time based on feedback and usage.”</a:t>
            </a:r>
          </a:p>
          <a:p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1" name="Graphic 20" descr="Head with Gears">
            <a:extLst>
              <a:ext uri="{FF2B5EF4-FFF2-40B4-BE49-F238E27FC236}">
                <a16:creationId xmlns:a16="http://schemas.microsoft.com/office/drawing/2014/main" id="{A09F23AE-DAEE-A0AA-A577-EFAC1FA274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260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C1D11-B8F2-732C-385D-3F8BD3013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Automated CI/CD &amp; Testing</a:t>
            </a:r>
            <a:br>
              <a:rPr lang="en-US"/>
            </a:br>
            <a:endParaRPr lang="en-US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57E3E42-F298-221B-8366-F6ABCA91C29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7948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1CBDFA64-0D86-E30C-13CF-08ACA93377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84" r="43557" b="-2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9A1A5C-BF84-0285-59EE-B818184A7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sz="3400" b="1"/>
              <a:t>Real-Time Monitoring &amp; UX Personalization</a:t>
            </a:r>
            <a:br>
              <a:rPr lang="en-US" sz="3400"/>
            </a:br>
            <a:endParaRPr lang="en-US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333A6-2E80-BA10-9A9A-3433A4390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r>
              <a:rPr lang="en-US" sz="2000"/>
              <a:t>Monitors server usage, error logs</a:t>
            </a:r>
          </a:p>
          <a:p>
            <a:r>
              <a:rPr lang="en-US" sz="2000"/>
              <a:t>UI personalization based on behavior (e.g., device, clicks)</a:t>
            </a:r>
          </a:p>
          <a:p>
            <a:r>
              <a:rPr lang="en-US" sz="2000"/>
              <a:t>Predictive scaling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/>
              <a:t>“AI can adapt the UI based on user behavior and make sure the app is always optimized.”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345675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F3374F-A723-374A-C3DB-1B5A2884C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 b="1"/>
              <a:t>Security Framework</a:t>
            </a:r>
            <a:br>
              <a:rPr lang="en-US" sz="4000"/>
            </a:b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B6E16-4A55-80E7-C1B4-4A94628E2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sz="2000"/>
              <a:t>Anomaly detection &amp; behavioral access control</a:t>
            </a:r>
          </a:p>
          <a:p>
            <a:r>
              <a:rPr lang="en-US" sz="2000"/>
              <a:t>Adaptive security protocols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/>
              <a:t>“Security is dynamic – it adapts based on user context, making the system more robust and secure."</a:t>
            </a:r>
          </a:p>
          <a:p>
            <a:endParaRPr lang="en-US" sz="2000"/>
          </a:p>
        </p:txBody>
      </p:sp>
      <p:pic>
        <p:nvPicPr>
          <p:cNvPr id="5" name="Picture 4" descr="Digital padlock art">
            <a:extLst>
              <a:ext uri="{FF2B5EF4-FFF2-40B4-BE49-F238E27FC236}">
                <a16:creationId xmlns:a16="http://schemas.microsoft.com/office/drawing/2014/main" id="{CBBBA760-5ABA-DF95-FD55-12FAB1FEA8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74" r="38649" b="2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48500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1838BB-1CF7-2D67-2EFC-5F03D5FA8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2800" b="1">
                <a:solidFill>
                  <a:srgbClr val="FFFFFF"/>
                </a:solidFill>
              </a:rPr>
              <a:t>Key Benefits</a:t>
            </a:r>
            <a:br>
              <a:rPr lang="en-US" sz="2800">
                <a:solidFill>
                  <a:srgbClr val="FFFFFF"/>
                </a:solidFill>
              </a:rPr>
            </a:br>
            <a:endParaRPr lang="en-US" sz="28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D567172-A4E5-615E-EEB4-B5CF947704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095732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65622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0F1A3E-D8F3-260C-EE21-29D2ACA82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Industry Relevance &amp; Companies</a:t>
            </a:r>
            <a:br>
              <a:rPr lang="en-US">
                <a:solidFill>
                  <a:schemeClr val="bg1"/>
                </a:solidFill>
              </a:rPr>
            </a:br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9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364" name="Content Placeholder 2">
            <a:extLst>
              <a:ext uri="{FF2B5EF4-FFF2-40B4-BE49-F238E27FC236}">
                <a16:creationId xmlns:a16="http://schemas.microsoft.com/office/drawing/2014/main" id="{4D1E53EF-6088-DC16-ACB4-9CB8E0657A5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77270" y="1130846"/>
          <a:ext cx="497477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8362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21EEBA-4BE6-69D8-B92F-0930D143E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363" y="1671569"/>
            <a:ext cx="5801917" cy="2228760"/>
          </a:xfrm>
        </p:spPr>
        <p:txBody>
          <a:bodyPr anchor="b">
            <a:normAutofit/>
          </a:bodyPr>
          <a:lstStyle/>
          <a:p>
            <a:r>
              <a:rPr lang="en-US" sz="4000" b="1"/>
              <a:t>Current Status &amp; Future Work</a:t>
            </a:r>
            <a:br>
              <a:rPr lang="en-US" sz="4000"/>
            </a:br>
            <a:endParaRPr lang="en-US" sz="4000"/>
          </a:p>
        </p:txBody>
      </p:sp>
      <p:pic>
        <p:nvPicPr>
          <p:cNvPr id="7" name="Graphic 6" descr="Hourglass">
            <a:extLst>
              <a:ext uri="{FF2B5EF4-FFF2-40B4-BE49-F238E27FC236}">
                <a16:creationId xmlns:a16="http://schemas.microsoft.com/office/drawing/2014/main" id="{37904CD6-BC09-72AE-B187-354618AC53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6948" y="2694018"/>
            <a:ext cx="1198532" cy="1198532"/>
          </a:xfrm>
          <a:prstGeom prst="rect">
            <a:avLst/>
          </a:prstGeom>
        </p:spPr>
      </p:pic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A4DBFD59-B018-0058-2D12-018EC8EA7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7364" y="4072044"/>
            <a:ext cx="5801917" cy="205704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/>
              <a:t>Prototype: In progress (1 year timeline)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/>
              <a:t>Next steps: Build working modules, test performance, approach collaborators</a:t>
            </a:r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r>
              <a:rPr lang="en-US" sz="1400"/>
              <a:t>“We’re laying the groundwork now, and the goal is a fully working intelligent development platform in the near future.</a:t>
            </a:r>
          </a:p>
          <a:p>
            <a:endParaRPr lang="en-US" sz="1400"/>
          </a:p>
        </p:txBody>
      </p:sp>
      <p:pic>
        <p:nvPicPr>
          <p:cNvPr id="9" name="Graphic 8" descr="Hourglass">
            <a:extLst>
              <a:ext uri="{FF2B5EF4-FFF2-40B4-BE49-F238E27FC236}">
                <a16:creationId xmlns:a16="http://schemas.microsoft.com/office/drawing/2014/main" id="{2C9EEA42-4E6A-4E62-983A-D85EF0E98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534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4697CDA-BDB7-4883-B48B-1D4EDB2F0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D2FEE8-E81E-CA66-F272-1CE7D7FB7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751" y="934327"/>
            <a:ext cx="8924392" cy="1058275"/>
          </a:xfrm>
        </p:spPr>
        <p:txBody>
          <a:bodyPr>
            <a:normAutofit/>
          </a:bodyPr>
          <a:lstStyle/>
          <a:p>
            <a:pPr algn="ctr"/>
            <a:r>
              <a:rPr lang="en-US" sz="3400" b="1"/>
              <a:t>Conclusion</a:t>
            </a:r>
            <a:r>
              <a:rPr lang="en-US" sz="3400"/>
              <a:t> </a:t>
            </a:r>
            <a:br>
              <a:rPr lang="en-US" sz="3400"/>
            </a:br>
            <a:endParaRPr lang="en-US" sz="340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295B176-FA0E-4B6A-A190-5E2E82BEA5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3813" y="2337807"/>
            <a:ext cx="9604374" cy="3585866"/>
          </a:xfrm>
          <a:custGeom>
            <a:avLst/>
            <a:gdLst>
              <a:gd name="connsiteX0" fmla="*/ 0 w 9604374"/>
              <a:gd name="connsiteY0" fmla="*/ 0 h 3585866"/>
              <a:gd name="connsiteX1" fmla="*/ 9604374 w 9604374"/>
              <a:gd name="connsiteY1" fmla="*/ 0 h 3585866"/>
              <a:gd name="connsiteX2" fmla="*/ 9604374 w 9604374"/>
              <a:gd name="connsiteY2" fmla="*/ 3095088 h 3585866"/>
              <a:gd name="connsiteX3" fmla="*/ 9591455 w 9604374"/>
              <a:gd name="connsiteY3" fmla="*/ 3097044 h 3585866"/>
              <a:gd name="connsiteX4" fmla="*/ 9285147 w 9604374"/>
              <a:gd name="connsiteY4" fmla="*/ 3164182 h 3585866"/>
              <a:gd name="connsiteX5" fmla="*/ 9114078 w 9604374"/>
              <a:gd name="connsiteY5" fmla="*/ 3164299 h 3585866"/>
              <a:gd name="connsiteX6" fmla="*/ 8999665 w 9604374"/>
              <a:gd name="connsiteY6" fmla="*/ 3157864 h 3585866"/>
              <a:gd name="connsiteX7" fmla="*/ 8925240 w 9604374"/>
              <a:gd name="connsiteY7" fmla="*/ 3152135 h 3585866"/>
              <a:gd name="connsiteX8" fmla="*/ 8868257 w 9604374"/>
              <a:gd name="connsiteY8" fmla="*/ 3146819 h 3585866"/>
              <a:gd name="connsiteX9" fmla="*/ 8792363 w 9604374"/>
              <a:gd name="connsiteY9" fmla="*/ 3146856 h 3585866"/>
              <a:gd name="connsiteX10" fmla="*/ 8668399 w 9604374"/>
              <a:gd name="connsiteY10" fmla="*/ 3196893 h 3585866"/>
              <a:gd name="connsiteX11" fmla="*/ 8474043 w 9604374"/>
              <a:gd name="connsiteY11" fmla="*/ 3240734 h 3585866"/>
              <a:gd name="connsiteX12" fmla="*/ 8317555 w 9604374"/>
              <a:gd name="connsiteY12" fmla="*/ 3247156 h 3585866"/>
              <a:gd name="connsiteX13" fmla="*/ 8280111 w 9604374"/>
              <a:gd name="connsiteY13" fmla="*/ 3255812 h 3585866"/>
              <a:gd name="connsiteX14" fmla="*/ 8096088 w 9604374"/>
              <a:gd name="connsiteY14" fmla="*/ 3253903 h 3585866"/>
              <a:gd name="connsiteX15" fmla="*/ 7825642 w 9604374"/>
              <a:gd name="connsiteY15" fmla="*/ 3271628 h 3585866"/>
              <a:gd name="connsiteX16" fmla="*/ 7531820 w 9604374"/>
              <a:gd name="connsiteY16" fmla="*/ 3252671 h 3585866"/>
              <a:gd name="connsiteX17" fmla="*/ 7193751 w 9604374"/>
              <a:gd name="connsiteY17" fmla="*/ 3245192 h 3585866"/>
              <a:gd name="connsiteX18" fmla="*/ 6976768 w 9604374"/>
              <a:gd name="connsiteY18" fmla="*/ 3238559 h 3585866"/>
              <a:gd name="connsiteX19" fmla="*/ 6756462 w 9604374"/>
              <a:gd name="connsiteY19" fmla="*/ 3273268 h 3585866"/>
              <a:gd name="connsiteX20" fmla="*/ 6512214 w 9604374"/>
              <a:gd name="connsiteY20" fmla="*/ 3298845 h 3585866"/>
              <a:gd name="connsiteX21" fmla="*/ 6289569 w 9604374"/>
              <a:gd name="connsiteY21" fmla="*/ 3301118 h 3585866"/>
              <a:gd name="connsiteX22" fmla="*/ 6157816 w 9604374"/>
              <a:gd name="connsiteY22" fmla="*/ 3308643 h 3585866"/>
              <a:gd name="connsiteX23" fmla="*/ 6110062 w 9604374"/>
              <a:gd name="connsiteY23" fmla="*/ 3321185 h 3585866"/>
              <a:gd name="connsiteX24" fmla="*/ 6041832 w 9604374"/>
              <a:gd name="connsiteY24" fmla="*/ 3332190 h 3585866"/>
              <a:gd name="connsiteX25" fmla="*/ 5923195 w 9604374"/>
              <a:gd name="connsiteY25" fmla="*/ 3359104 h 3585866"/>
              <a:gd name="connsiteX26" fmla="*/ 5770972 w 9604374"/>
              <a:gd name="connsiteY26" fmla="*/ 3369893 h 3585866"/>
              <a:gd name="connsiteX27" fmla="*/ 5632583 w 9604374"/>
              <a:gd name="connsiteY27" fmla="*/ 3357730 h 3585866"/>
              <a:gd name="connsiteX28" fmla="*/ 5539996 w 9604374"/>
              <a:gd name="connsiteY28" fmla="*/ 3352890 h 3585866"/>
              <a:gd name="connsiteX29" fmla="*/ 5315460 w 9604374"/>
              <a:gd name="connsiteY29" fmla="*/ 3350411 h 3585866"/>
              <a:gd name="connsiteX30" fmla="*/ 5072455 w 9604374"/>
              <a:gd name="connsiteY30" fmla="*/ 3338147 h 3585866"/>
              <a:gd name="connsiteX31" fmla="*/ 5016364 w 9604374"/>
              <a:gd name="connsiteY31" fmla="*/ 3348937 h 3585866"/>
              <a:gd name="connsiteX32" fmla="*/ 4922276 w 9604374"/>
              <a:gd name="connsiteY32" fmla="*/ 3366515 h 3585866"/>
              <a:gd name="connsiteX33" fmla="*/ 4856444 w 9604374"/>
              <a:gd name="connsiteY33" fmla="*/ 3399463 h 3585866"/>
              <a:gd name="connsiteX34" fmla="*/ 4775993 w 9604374"/>
              <a:gd name="connsiteY34" fmla="*/ 3406312 h 3585866"/>
              <a:gd name="connsiteX35" fmla="*/ 4667320 w 9604374"/>
              <a:gd name="connsiteY35" fmla="*/ 3397926 h 3585866"/>
              <a:gd name="connsiteX36" fmla="*/ 4540268 w 9604374"/>
              <a:gd name="connsiteY36" fmla="*/ 3424464 h 3585866"/>
              <a:gd name="connsiteX37" fmla="*/ 4465491 w 9604374"/>
              <a:gd name="connsiteY37" fmla="*/ 3433154 h 3585866"/>
              <a:gd name="connsiteX38" fmla="*/ 4262864 w 9604374"/>
              <a:gd name="connsiteY38" fmla="*/ 3464075 h 3585866"/>
              <a:gd name="connsiteX39" fmla="*/ 4175005 w 9604374"/>
              <a:gd name="connsiteY39" fmla="*/ 3493545 h 3585866"/>
              <a:gd name="connsiteX40" fmla="*/ 4030100 w 9604374"/>
              <a:gd name="connsiteY40" fmla="*/ 3514212 h 3585866"/>
              <a:gd name="connsiteX41" fmla="*/ 3926631 w 9604374"/>
              <a:gd name="connsiteY41" fmla="*/ 3525304 h 3585866"/>
              <a:gd name="connsiteX42" fmla="*/ 3897306 w 9604374"/>
              <a:gd name="connsiteY42" fmla="*/ 3547095 h 3585866"/>
              <a:gd name="connsiteX43" fmla="*/ 3896886 w 9604374"/>
              <a:gd name="connsiteY43" fmla="*/ 3547500 h 3585866"/>
              <a:gd name="connsiteX44" fmla="*/ 3834004 w 9604374"/>
              <a:gd name="connsiteY44" fmla="*/ 3550510 h 3585866"/>
              <a:gd name="connsiteX45" fmla="*/ 3696227 w 9604374"/>
              <a:gd name="connsiteY45" fmla="*/ 3574175 h 3585866"/>
              <a:gd name="connsiteX46" fmla="*/ 3652821 w 9604374"/>
              <a:gd name="connsiteY46" fmla="*/ 3580368 h 3585866"/>
              <a:gd name="connsiteX47" fmla="*/ 3629691 w 9604374"/>
              <a:gd name="connsiteY47" fmla="*/ 3585866 h 3585866"/>
              <a:gd name="connsiteX48" fmla="*/ 3595018 w 9604374"/>
              <a:gd name="connsiteY48" fmla="*/ 3571623 h 3585866"/>
              <a:gd name="connsiteX49" fmla="*/ 3551656 w 9604374"/>
              <a:gd name="connsiteY49" fmla="*/ 3577800 h 3585866"/>
              <a:gd name="connsiteX50" fmla="*/ 3541558 w 9604374"/>
              <a:gd name="connsiteY50" fmla="*/ 3579797 h 3585866"/>
              <a:gd name="connsiteX51" fmla="*/ 3465708 w 9604374"/>
              <a:gd name="connsiteY51" fmla="*/ 3565931 h 3585866"/>
              <a:gd name="connsiteX52" fmla="*/ 3458313 w 9604374"/>
              <a:gd name="connsiteY52" fmla="*/ 3560366 h 3585866"/>
              <a:gd name="connsiteX53" fmla="*/ 3420278 w 9604374"/>
              <a:gd name="connsiteY53" fmla="*/ 3557947 h 3585866"/>
              <a:gd name="connsiteX54" fmla="*/ 3415952 w 9604374"/>
              <a:gd name="connsiteY54" fmla="*/ 3559424 h 3585866"/>
              <a:gd name="connsiteX55" fmla="*/ 3384432 w 9604374"/>
              <a:gd name="connsiteY55" fmla="*/ 3550905 h 3585866"/>
              <a:gd name="connsiteX56" fmla="*/ 3258039 w 9604374"/>
              <a:gd name="connsiteY56" fmla="*/ 3535884 h 3585866"/>
              <a:gd name="connsiteX57" fmla="*/ 3015008 w 9604374"/>
              <a:gd name="connsiteY57" fmla="*/ 3528000 h 3585866"/>
              <a:gd name="connsiteX58" fmla="*/ 2761910 w 9604374"/>
              <a:gd name="connsiteY58" fmla="*/ 3505496 h 3585866"/>
              <a:gd name="connsiteX59" fmla="*/ 2521923 w 9604374"/>
              <a:gd name="connsiteY59" fmla="*/ 3514208 h 3585866"/>
              <a:gd name="connsiteX60" fmla="*/ 2085894 w 9604374"/>
              <a:gd name="connsiteY60" fmla="*/ 3490122 h 3585866"/>
              <a:gd name="connsiteX61" fmla="*/ 1936305 w 9604374"/>
              <a:gd name="connsiteY61" fmla="*/ 3487966 h 3585866"/>
              <a:gd name="connsiteX62" fmla="*/ 1836080 w 9604374"/>
              <a:gd name="connsiteY62" fmla="*/ 3487150 h 3585866"/>
              <a:gd name="connsiteX63" fmla="*/ 1829133 w 9604374"/>
              <a:gd name="connsiteY63" fmla="*/ 3489437 h 3585866"/>
              <a:gd name="connsiteX64" fmla="*/ 1801140 w 9604374"/>
              <a:gd name="connsiteY64" fmla="*/ 3490787 h 3585866"/>
              <a:gd name="connsiteX65" fmla="*/ 1793476 w 9604374"/>
              <a:gd name="connsiteY65" fmla="*/ 3500921 h 3585866"/>
              <a:gd name="connsiteX66" fmla="*/ 1699923 w 9604374"/>
              <a:gd name="connsiteY66" fmla="*/ 3509706 h 3585866"/>
              <a:gd name="connsiteX67" fmla="*/ 1474760 w 9604374"/>
              <a:gd name="connsiteY67" fmla="*/ 3513685 h 3585866"/>
              <a:gd name="connsiteX68" fmla="*/ 1308130 w 9604374"/>
              <a:gd name="connsiteY68" fmla="*/ 3496703 h 3585866"/>
              <a:gd name="connsiteX69" fmla="*/ 1252381 w 9604374"/>
              <a:gd name="connsiteY69" fmla="*/ 3506093 h 3585866"/>
              <a:gd name="connsiteX70" fmla="*/ 1174550 w 9604374"/>
              <a:gd name="connsiteY70" fmla="*/ 3512642 h 3585866"/>
              <a:gd name="connsiteX71" fmla="*/ 924455 w 9604374"/>
              <a:gd name="connsiteY71" fmla="*/ 3507283 h 3585866"/>
              <a:gd name="connsiteX72" fmla="*/ 718373 w 9604374"/>
              <a:gd name="connsiteY72" fmla="*/ 3511753 h 3585866"/>
              <a:gd name="connsiteX73" fmla="*/ 600444 w 9604374"/>
              <a:gd name="connsiteY73" fmla="*/ 3520899 h 3585866"/>
              <a:gd name="connsiteX74" fmla="*/ 351173 w 9604374"/>
              <a:gd name="connsiteY74" fmla="*/ 3495843 h 3585866"/>
              <a:gd name="connsiteX75" fmla="*/ 108372 w 9604374"/>
              <a:gd name="connsiteY75" fmla="*/ 3484386 h 3585866"/>
              <a:gd name="connsiteX76" fmla="*/ 6467 w 9604374"/>
              <a:gd name="connsiteY76" fmla="*/ 3476532 h 3585866"/>
              <a:gd name="connsiteX77" fmla="*/ 0 w 9604374"/>
              <a:gd name="connsiteY77" fmla="*/ 3475412 h 3585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9604374" h="3585866">
                <a:moveTo>
                  <a:pt x="0" y="0"/>
                </a:moveTo>
                <a:lnTo>
                  <a:pt x="9604374" y="0"/>
                </a:lnTo>
                <a:lnTo>
                  <a:pt x="9604374" y="3095088"/>
                </a:lnTo>
                <a:lnTo>
                  <a:pt x="9591455" y="3097044"/>
                </a:lnTo>
                <a:cubicBezTo>
                  <a:pt x="9496183" y="3133516"/>
                  <a:pt x="9411472" y="3121301"/>
                  <a:pt x="9285147" y="3164182"/>
                </a:cubicBezTo>
                <a:cubicBezTo>
                  <a:pt x="9222914" y="3162781"/>
                  <a:pt x="9174371" y="3173454"/>
                  <a:pt x="9114078" y="3164299"/>
                </a:cubicBezTo>
                <a:cubicBezTo>
                  <a:pt x="9087411" y="3155904"/>
                  <a:pt x="9030947" y="3180906"/>
                  <a:pt x="8999665" y="3157864"/>
                </a:cubicBezTo>
                <a:cubicBezTo>
                  <a:pt x="8997339" y="3174606"/>
                  <a:pt x="8938300" y="3159909"/>
                  <a:pt x="8925240" y="3152135"/>
                </a:cubicBezTo>
                <a:cubicBezTo>
                  <a:pt x="8910091" y="3159441"/>
                  <a:pt x="8884639" y="3146109"/>
                  <a:pt x="8868257" y="3146819"/>
                </a:cubicBezTo>
                <a:cubicBezTo>
                  <a:pt x="8835852" y="3110204"/>
                  <a:pt x="8832251" y="3167659"/>
                  <a:pt x="8792363" y="3146856"/>
                </a:cubicBezTo>
                <a:cubicBezTo>
                  <a:pt x="8774838" y="3159285"/>
                  <a:pt x="8715420" y="3185652"/>
                  <a:pt x="8668399" y="3196893"/>
                </a:cubicBezTo>
                <a:cubicBezTo>
                  <a:pt x="8575902" y="3221445"/>
                  <a:pt x="8569506" y="3250654"/>
                  <a:pt x="8474043" y="3240734"/>
                </a:cubicBezTo>
                <a:cubicBezTo>
                  <a:pt x="8460613" y="3264436"/>
                  <a:pt x="8297088" y="3204738"/>
                  <a:pt x="8317555" y="3247156"/>
                </a:cubicBezTo>
                <a:cubicBezTo>
                  <a:pt x="8285696" y="3245083"/>
                  <a:pt x="8262352" y="3228203"/>
                  <a:pt x="8280111" y="3255812"/>
                </a:cubicBezTo>
                <a:lnTo>
                  <a:pt x="8096088" y="3253903"/>
                </a:lnTo>
                <a:cubicBezTo>
                  <a:pt x="7994084" y="3261603"/>
                  <a:pt x="7930388" y="3281921"/>
                  <a:pt x="7825642" y="3271628"/>
                </a:cubicBezTo>
                <a:cubicBezTo>
                  <a:pt x="7723046" y="3270395"/>
                  <a:pt x="7671282" y="3252297"/>
                  <a:pt x="7531820" y="3252671"/>
                </a:cubicBezTo>
                <a:cubicBezTo>
                  <a:pt x="7433606" y="3250277"/>
                  <a:pt x="7293100" y="3236234"/>
                  <a:pt x="7193751" y="3245192"/>
                </a:cubicBezTo>
                <a:cubicBezTo>
                  <a:pt x="7074822" y="3223769"/>
                  <a:pt x="7104250" y="3250265"/>
                  <a:pt x="6976768" y="3238559"/>
                </a:cubicBezTo>
                <a:cubicBezTo>
                  <a:pt x="6921032" y="3284865"/>
                  <a:pt x="6823818" y="3261794"/>
                  <a:pt x="6756462" y="3273268"/>
                </a:cubicBezTo>
                <a:cubicBezTo>
                  <a:pt x="6679037" y="3283316"/>
                  <a:pt x="6590030" y="3294204"/>
                  <a:pt x="6512214" y="3298845"/>
                </a:cubicBezTo>
                <a:cubicBezTo>
                  <a:pt x="6450581" y="3277980"/>
                  <a:pt x="6366042" y="3329199"/>
                  <a:pt x="6289569" y="3301118"/>
                </a:cubicBezTo>
                <a:cubicBezTo>
                  <a:pt x="6261432" y="3294355"/>
                  <a:pt x="6174310" y="3295209"/>
                  <a:pt x="6157816" y="3308643"/>
                </a:cubicBezTo>
                <a:cubicBezTo>
                  <a:pt x="6139648" y="3311557"/>
                  <a:pt x="6118459" y="3306799"/>
                  <a:pt x="6110062" y="3321185"/>
                </a:cubicBezTo>
                <a:cubicBezTo>
                  <a:pt x="6096189" y="3338498"/>
                  <a:pt x="6032810" y="3311765"/>
                  <a:pt x="6041832" y="3332190"/>
                </a:cubicBezTo>
                <a:cubicBezTo>
                  <a:pt x="5996830" y="3313871"/>
                  <a:pt x="5961033" y="3350141"/>
                  <a:pt x="5923195" y="3359104"/>
                </a:cubicBezTo>
                <a:cubicBezTo>
                  <a:pt x="5887750" y="3340930"/>
                  <a:pt x="5853570" y="3365323"/>
                  <a:pt x="5770972" y="3369893"/>
                </a:cubicBezTo>
                <a:cubicBezTo>
                  <a:pt x="5731993" y="3348876"/>
                  <a:pt x="5705091" y="3385599"/>
                  <a:pt x="5632583" y="3357730"/>
                </a:cubicBezTo>
                <a:cubicBezTo>
                  <a:pt x="5594087" y="3357562"/>
                  <a:pt x="5606154" y="3357443"/>
                  <a:pt x="5539996" y="3352890"/>
                </a:cubicBezTo>
                <a:cubicBezTo>
                  <a:pt x="5439049" y="3348000"/>
                  <a:pt x="5408459" y="3356166"/>
                  <a:pt x="5315460" y="3350411"/>
                </a:cubicBezTo>
                <a:cubicBezTo>
                  <a:pt x="5211119" y="3348356"/>
                  <a:pt x="5208881" y="3372469"/>
                  <a:pt x="5072455" y="3338147"/>
                </a:cubicBezTo>
                <a:cubicBezTo>
                  <a:pt x="5061717" y="3354508"/>
                  <a:pt x="5045493" y="3355753"/>
                  <a:pt x="5016364" y="3348937"/>
                </a:cubicBezTo>
                <a:cubicBezTo>
                  <a:pt x="4965900" y="3349130"/>
                  <a:pt x="4977835" y="3389131"/>
                  <a:pt x="4922276" y="3366515"/>
                </a:cubicBezTo>
                <a:cubicBezTo>
                  <a:pt x="4935702" y="3387794"/>
                  <a:pt x="4828733" y="3377760"/>
                  <a:pt x="4856444" y="3399463"/>
                </a:cubicBezTo>
                <a:cubicBezTo>
                  <a:pt x="4827698" y="3420094"/>
                  <a:pt x="4805019" y="3388256"/>
                  <a:pt x="4775993" y="3406312"/>
                </a:cubicBezTo>
                <a:cubicBezTo>
                  <a:pt x="4744470" y="3406056"/>
                  <a:pt x="4706605" y="3394901"/>
                  <a:pt x="4667320" y="3397926"/>
                </a:cubicBezTo>
                <a:cubicBezTo>
                  <a:pt x="4613435" y="3387476"/>
                  <a:pt x="4608100" y="3410487"/>
                  <a:pt x="4540268" y="3424464"/>
                </a:cubicBezTo>
                <a:cubicBezTo>
                  <a:pt x="4508279" y="3412969"/>
                  <a:pt x="4485989" y="3420063"/>
                  <a:pt x="4465491" y="3433154"/>
                </a:cubicBezTo>
                <a:cubicBezTo>
                  <a:pt x="4396498" y="3432601"/>
                  <a:pt x="4338078" y="3453569"/>
                  <a:pt x="4262864" y="3464075"/>
                </a:cubicBezTo>
                <a:cubicBezTo>
                  <a:pt x="4180249" y="3483394"/>
                  <a:pt x="4225769" y="3479019"/>
                  <a:pt x="4175005" y="3493545"/>
                </a:cubicBezTo>
                <a:lnTo>
                  <a:pt x="4030100" y="3514212"/>
                </a:lnTo>
                <a:lnTo>
                  <a:pt x="3926631" y="3525304"/>
                </a:lnTo>
                <a:lnTo>
                  <a:pt x="3897306" y="3547095"/>
                </a:lnTo>
                <a:lnTo>
                  <a:pt x="3896886" y="3547500"/>
                </a:lnTo>
                <a:lnTo>
                  <a:pt x="3834004" y="3550510"/>
                </a:lnTo>
                <a:cubicBezTo>
                  <a:pt x="3800562" y="3554957"/>
                  <a:pt x="3734185" y="3568533"/>
                  <a:pt x="3696227" y="3574175"/>
                </a:cubicBezTo>
                <a:cubicBezTo>
                  <a:pt x="3661780" y="3570074"/>
                  <a:pt x="3640587" y="3551815"/>
                  <a:pt x="3652821" y="3580368"/>
                </a:cubicBezTo>
                <a:cubicBezTo>
                  <a:pt x="3641506" y="3579831"/>
                  <a:pt x="3634593" y="3582151"/>
                  <a:pt x="3629691" y="3585866"/>
                </a:cubicBezTo>
                <a:lnTo>
                  <a:pt x="3595018" y="3571623"/>
                </a:lnTo>
                <a:lnTo>
                  <a:pt x="3551656" y="3577800"/>
                </a:lnTo>
                <a:lnTo>
                  <a:pt x="3541558" y="3579797"/>
                </a:lnTo>
                <a:lnTo>
                  <a:pt x="3465708" y="3565931"/>
                </a:lnTo>
                <a:lnTo>
                  <a:pt x="3458313" y="3560366"/>
                </a:lnTo>
                <a:cubicBezTo>
                  <a:pt x="3450380" y="3556940"/>
                  <a:pt x="3439090" y="3555355"/>
                  <a:pt x="3420278" y="3557947"/>
                </a:cubicBezTo>
                <a:lnTo>
                  <a:pt x="3415952" y="3559424"/>
                </a:lnTo>
                <a:lnTo>
                  <a:pt x="3384432" y="3550905"/>
                </a:lnTo>
                <a:cubicBezTo>
                  <a:pt x="3374259" y="3547029"/>
                  <a:pt x="3265415" y="3542149"/>
                  <a:pt x="3258039" y="3535884"/>
                </a:cubicBezTo>
                <a:cubicBezTo>
                  <a:pt x="3138852" y="3551394"/>
                  <a:pt x="3130647" y="3523871"/>
                  <a:pt x="3015008" y="3528000"/>
                </a:cubicBezTo>
                <a:cubicBezTo>
                  <a:pt x="2914857" y="3486061"/>
                  <a:pt x="2851687" y="3511605"/>
                  <a:pt x="2761910" y="3505496"/>
                </a:cubicBezTo>
                <a:cubicBezTo>
                  <a:pt x="2676401" y="3501198"/>
                  <a:pt x="2636809" y="3514769"/>
                  <a:pt x="2521923" y="3514208"/>
                </a:cubicBezTo>
                <a:cubicBezTo>
                  <a:pt x="2400197" y="3505062"/>
                  <a:pt x="2222818" y="3509922"/>
                  <a:pt x="2085894" y="3490122"/>
                </a:cubicBezTo>
                <a:cubicBezTo>
                  <a:pt x="1978312" y="3483748"/>
                  <a:pt x="1977940" y="3488460"/>
                  <a:pt x="1936305" y="3487966"/>
                </a:cubicBezTo>
                <a:cubicBezTo>
                  <a:pt x="1922459" y="3490683"/>
                  <a:pt x="1849334" y="3482739"/>
                  <a:pt x="1836080" y="3487150"/>
                </a:cubicBezTo>
                <a:lnTo>
                  <a:pt x="1829133" y="3489437"/>
                </a:lnTo>
                <a:lnTo>
                  <a:pt x="1801140" y="3490787"/>
                </a:lnTo>
                <a:lnTo>
                  <a:pt x="1793476" y="3500921"/>
                </a:lnTo>
                <a:lnTo>
                  <a:pt x="1699923" y="3509706"/>
                </a:lnTo>
                <a:cubicBezTo>
                  <a:pt x="1637728" y="3485036"/>
                  <a:pt x="1584624" y="3514467"/>
                  <a:pt x="1474760" y="3513685"/>
                </a:cubicBezTo>
                <a:cubicBezTo>
                  <a:pt x="1445646" y="3505164"/>
                  <a:pt x="1329781" y="3484421"/>
                  <a:pt x="1308130" y="3496703"/>
                </a:cubicBezTo>
                <a:cubicBezTo>
                  <a:pt x="1287409" y="3498430"/>
                  <a:pt x="1265391" y="3492347"/>
                  <a:pt x="1252381" y="3506093"/>
                </a:cubicBezTo>
                <a:cubicBezTo>
                  <a:pt x="1232588" y="3522393"/>
                  <a:pt x="1170020" y="3491785"/>
                  <a:pt x="1174550" y="3512642"/>
                </a:cubicBezTo>
                <a:cubicBezTo>
                  <a:pt x="1119896" y="3512841"/>
                  <a:pt x="1000484" y="3507431"/>
                  <a:pt x="924455" y="3507283"/>
                </a:cubicBezTo>
                <a:cubicBezTo>
                  <a:pt x="887180" y="3483915"/>
                  <a:pt x="777361" y="3516071"/>
                  <a:pt x="718373" y="3511753"/>
                </a:cubicBezTo>
                <a:cubicBezTo>
                  <a:pt x="666588" y="3513355"/>
                  <a:pt x="661645" y="3525551"/>
                  <a:pt x="600444" y="3520899"/>
                </a:cubicBezTo>
                <a:cubicBezTo>
                  <a:pt x="491334" y="3516943"/>
                  <a:pt x="451794" y="3507522"/>
                  <a:pt x="351173" y="3495843"/>
                </a:cubicBezTo>
                <a:cubicBezTo>
                  <a:pt x="237121" y="3487112"/>
                  <a:pt x="235857" y="3499212"/>
                  <a:pt x="108372" y="3484386"/>
                </a:cubicBezTo>
                <a:cubicBezTo>
                  <a:pt x="86318" y="3481054"/>
                  <a:pt x="40657" y="3480329"/>
                  <a:pt x="6467" y="3476532"/>
                </a:cubicBezTo>
                <a:lnTo>
                  <a:pt x="0" y="3475412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48F779DE-4744-42D6-9C74-33EC94460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1727" y="2190741"/>
            <a:ext cx="1348547" cy="40780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cubicBezTo>
                  <a:pt x="781874" y="4129"/>
                  <a:pt x="1607589" y="24681"/>
                  <a:pt x="2170127" y="33245"/>
                </a:cubicBezTo>
                <a:cubicBezTo>
                  <a:pt x="2169852" y="63908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35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8ACE6-CFC9-0209-D208-7387BFE7A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1207" y="2752316"/>
            <a:ext cx="8309586" cy="275684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/>
              <a:t>“AI and automation aren't just trends—they're the future of software development. This project shows how we can bring intelligence, speed, and adaptability to the full development stack. Thank you!"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848905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38</TotalTime>
  <Words>577</Words>
  <Application>Microsoft Office PowerPoint</Application>
  <PresentationFormat>Widescreen</PresentationFormat>
  <Paragraphs>84</Paragraphs>
  <Slides>14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AI and Automation in Full Stack Web Development </vt:lpstr>
      <vt:lpstr>Introduction </vt:lpstr>
      <vt:lpstr>Problem Statement </vt:lpstr>
      <vt:lpstr>Objectives </vt:lpstr>
      <vt:lpstr>Novelty &amp; Research Gap </vt:lpstr>
      <vt:lpstr>Core Architecture </vt:lpstr>
      <vt:lpstr>AI Techniques Used </vt:lpstr>
      <vt:lpstr>Automated CI/CD &amp; Testing </vt:lpstr>
      <vt:lpstr>Real-Time Monitoring &amp; UX Personalization </vt:lpstr>
      <vt:lpstr>Security Framework </vt:lpstr>
      <vt:lpstr>Key Benefits </vt:lpstr>
      <vt:lpstr>Industry Relevance &amp; Companies </vt:lpstr>
      <vt:lpstr>Current Status &amp; Future Work </vt:lpstr>
      <vt:lpstr>Conclusion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utkarsh singh</dc:creator>
  <cp:lastModifiedBy>utkarsh singh</cp:lastModifiedBy>
  <cp:revision>2</cp:revision>
  <dcterms:created xsi:type="dcterms:W3CDTF">2025-04-14T04:59:00Z</dcterms:created>
  <dcterms:modified xsi:type="dcterms:W3CDTF">2025-04-14T07:37:42Z</dcterms:modified>
</cp:coreProperties>
</file>